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5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157224-2472-9FDA-03D7-B80B53CA89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E983CFE-F00C-8308-4F69-5F55F5AB88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025467A-672D-BCF0-773E-E674ACC64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49971-98EC-4B18-A138-EDC581D074B1}" type="datetimeFigureOut">
              <a:rPr lang="de-DE" smtClean="0"/>
              <a:t>31.10.2025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24DD921-E4A7-42CA-47B0-F64157372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1EABD6F-A725-0212-19B9-3A368BE55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5B124-FC52-4609-89B1-EECCDCF1DA4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87855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0D543C-FD3E-4A01-2C5C-1B8E69036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1F1982F-AEB6-13A9-9099-2A54D748A9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D5C30E1-94E3-7669-9C60-C08936F5E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49971-98EC-4B18-A138-EDC581D074B1}" type="datetimeFigureOut">
              <a:rPr lang="de-DE" smtClean="0"/>
              <a:t>31.10.2025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439DF75-AA71-BF0F-663A-EEC7C3155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9A58A5D-D157-B881-454C-A94B28D69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5B124-FC52-4609-89B1-EECCDCF1DA4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84526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7EE99F1-C9C0-F87B-4F38-4B34A6172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F6ED89C-6963-9A37-0E5A-C8B4C694CC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D53A8D2-0261-9931-F935-21FFE1262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49971-98EC-4B18-A138-EDC581D074B1}" type="datetimeFigureOut">
              <a:rPr lang="de-DE" smtClean="0"/>
              <a:t>31.10.2025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C4104CD-C018-8353-2467-AF94D81DA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7A04476-557D-A54C-0CF6-F0E750591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5B124-FC52-4609-89B1-EECCDCF1DA4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28055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E1A72D-D3F5-ED03-86E2-CADC594DC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77B54E7-18F6-7FB2-66DB-04F7BA6AA4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6D195C9-6659-938A-DE6D-9667AA3ADD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5A4C34E-9270-75BC-E903-B9BC88E03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49971-98EC-4B18-A138-EDC581D074B1}" type="datetimeFigureOut">
              <a:rPr lang="de-DE" smtClean="0"/>
              <a:t>31.10.2025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9B10B6F-21C7-B249-39ED-CC5D7D294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64C7FC7-11B1-3423-F42D-2E1511D09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5B124-FC52-4609-89B1-EECCDCF1DA4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993542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9F7FB7-2F72-4CD0-926E-09C2D6B8C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6C3C792-B9EE-C05E-13B9-10DF2DF4C1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80820A6-0C6C-D6E2-9030-8E6A71551F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23D684A-D0B4-F951-FC32-13226030C8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E7BCB978-12A1-5CD4-97E7-A0301D9323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AAD50CA-CB12-0BE4-34E2-49D199586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49971-98EC-4B18-A138-EDC581D074B1}" type="datetimeFigureOut">
              <a:rPr lang="de-DE" smtClean="0"/>
              <a:t>31.10.2025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7CDB54D8-D3F1-E216-2A68-729A42726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1421EDA5-C463-6E86-A5AD-ACFA18484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5B124-FC52-4609-89B1-EECCDCF1DA4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781404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698D02-2ACA-E5D9-A688-3F71422D0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DA3545A-537E-EB08-10F1-436F40A23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49971-98EC-4B18-A138-EDC581D074B1}" type="datetimeFigureOut">
              <a:rPr lang="de-DE" smtClean="0"/>
              <a:t>31.10.2025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8B3D243-2043-65D7-0F38-D546B1E48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1020ED0-DCD8-D3CF-9973-07D0BE7D3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5B124-FC52-4609-89B1-EECCDCF1DA4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11960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411BC4C-8FF1-0968-B8E9-E32722A2F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49971-98EC-4B18-A138-EDC581D074B1}" type="datetimeFigureOut">
              <a:rPr lang="de-DE" smtClean="0"/>
              <a:t>31.10.2025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E20B074-CBF0-FF6B-3F47-188D50870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2048234-4CAE-6AE4-42D2-19A74C5BE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5B124-FC52-4609-89B1-EECCDCF1DA4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92762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2F10E0-1C79-C7C5-A329-9972EFA77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B8E9DDD-DE15-70B2-A6AE-CC21EC98B9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40BD228-FBF6-D020-7EB7-BC20ED8147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BE189CC-624C-0053-2E4A-18EB31855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49971-98EC-4B18-A138-EDC581D074B1}" type="datetimeFigureOut">
              <a:rPr lang="de-DE" smtClean="0"/>
              <a:t>31.10.2025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D5A03C5-79B4-B5A8-92DC-07DA9F447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9635187-2529-05AE-90E0-81F20C8FB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5B124-FC52-4609-89B1-EECCDCF1DA4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22379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9D74DC-F056-75A5-399A-F84AB0D9F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1D39FA52-E8BD-62B6-E132-0D5B07DFDF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C4C282D-5E1A-1005-D054-A5A671BC26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972D476-A7A2-4579-4510-1560E61C0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49971-98EC-4B18-A138-EDC581D074B1}" type="datetimeFigureOut">
              <a:rPr lang="de-DE" smtClean="0"/>
              <a:t>31.10.2025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11D0FA1-8B6B-B3A5-34D2-C8CF7A020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AB2E659-89BD-BED7-AD87-22D91522F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5B124-FC52-4609-89B1-EECCDCF1DA4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360281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AF5DD3B-E52E-70FC-5B34-824DACB41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0178519-5C38-CB51-5F7F-BD15CC7B15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4D89E0B-CE80-4285-EA76-39446925D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49971-98EC-4B18-A138-EDC581D074B1}" type="datetimeFigureOut">
              <a:rPr lang="de-DE" smtClean="0"/>
              <a:t>31.10.2025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6251D07-1DC2-3AD6-70A1-94EA58445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CACA8AA-9A59-F69A-56DD-A4644DF37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5B124-FC52-4609-89B1-EECCDCF1DA4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15231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96AF988A-26E8-733F-8709-BA06AF0C9F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FCF180E-302D-C326-A6E3-24F4590A0D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53E98B9-DE1A-D97A-260C-C0103EF96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49971-98EC-4B18-A138-EDC581D074B1}" type="datetimeFigureOut">
              <a:rPr lang="de-DE" smtClean="0"/>
              <a:t>31.10.2025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08ECD4E-B7D3-C75B-3BB9-9CC0A4166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322907F-F96F-41E5-EBB9-D1F128C61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5B124-FC52-4609-89B1-EECCDCF1DA4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64737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0A4F2C27-776D-0A76-7B68-15CD8CDAC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CE0F540-37B8-E4E3-52FE-9D4A468F16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C0CDFA7-C4C4-5726-2DBD-993BD75F9C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949971-98EC-4B18-A138-EDC581D074B1}" type="datetimeFigureOut">
              <a:rPr lang="de-DE" smtClean="0"/>
              <a:t>31.10.2025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786E677-7E0D-3373-177F-5B6FB0302F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6DCFA46-116F-63C5-6538-3976315F04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D5B124-FC52-4609-89B1-EECCDCF1DA4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1450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 descr="Ein Bild, das Schwarz, Dunkelheit enthält.&#10;&#10;KI-generierte Inhalte können fehlerhaft sein.">
            <a:extLst>
              <a:ext uri="{FF2B5EF4-FFF2-40B4-BE49-F238E27FC236}">
                <a16:creationId xmlns:a16="http://schemas.microsoft.com/office/drawing/2014/main" id="{3F49E4DC-F8BD-4A24-42C3-EDF5329192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3947" y="1057275"/>
            <a:ext cx="918118" cy="2181225"/>
          </a:xfrm>
          <a:prstGeom prst="rect">
            <a:avLst/>
          </a:prstGeom>
        </p:spPr>
      </p:pic>
      <p:pic>
        <p:nvPicPr>
          <p:cNvPr id="8" name="Grafik 7" descr="Ein Bild, das Schwarz, Dunkelheit enthält.&#10;&#10;KI-generierte Inhalte können fehlerhaft sein.">
            <a:extLst>
              <a:ext uri="{FF2B5EF4-FFF2-40B4-BE49-F238E27FC236}">
                <a16:creationId xmlns:a16="http://schemas.microsoft.com/office/drawing/2014/main" id="{ED523D99-0D34-BD4D-D09C-3EDCD31FDE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3947" y="3469919"/>
            <a:ext cx="918118" cy="2181225"/>
          </a:xfrm>
          <a:prstGeom prst="rect">
            <a:avLst/>
          </a:prstGeom>
        </p:spPr>
      </p:pic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CE8AFF96-9B07-E7AB-C7A3-28DA72C572A1}"/>
              </a:ext>
            </a:extLst>
          </p:cNvPr>
          <p:cNvCxnSpPr>
            <a:cxnSpLocks/>
          </p:cNvCxnSpPr>
          <p:nvPr/>
        </p:nvCxnSpPr>
        <p:spPr>
          <a:xfrm flipV="1">
            <a:off x="3883006" y="1087736"/>
            <a:ext cx="2057792" cy="1716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Rechteck 12">
            <a:extLst>
              <a:ext uri="{FF2B5EF4-FFF2-40B4-BE49-F238E27FC236}">
                <a16:creationId xmlns:a16="http://schemas.microsoft.com/office/drawing/2014/main" id="{272D8E15-B83B-E75F-A7C4-03F6BA280A52}"/>
              </a:ext>
            </a:extLst>
          </p:cNvPr>
          <p:cNvSpPr/>
          <p:nvPr/>
        </p:nvSpPr>
        <p:spPr>
          <a:xfrm>
            <a:off x="5141594" y="1439228"/>
            <a:ext cx="1598407" cy="141731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Black Box</a:t>
            </a:r>
          </a:p>
          <a:p>
            <a:pPr algn="ctr"/>
            <a:r>
              <a:rPr lang="en-GB" dirty="0">
                <a:solidFill>
                  <a:schemeClr val="tx1"/>
                </a:solidFill>
              </a:rPr>
              <a:t>Verstärker</a:t>
            </a:r>
          </a:p>
          <a:p>
            <a:pPr algn="ctr"/>
            <a:r>
              <a:rPr lang="de-DE" dirty="0">
                <a:solidFill>
                  <a:schemeClr val="tx1"/>
                </a:solidFill>
              </a:rPr>
              <a:t>+</a:t>
            </a:r>
          </a:p>
          <a:p>
            <a:pPr algn="ctr"/>
            <a:r>
              <a:rPr lang="de-DE" dirty="0">
                <a:solidFill>
                  <a:schemeClr val="tx1"/>
                </a:solidFill>
              </a:rPr>
              <a:t>ADC</a:t>
            </a:r>
          </a:p>
        </p:txBody>
      </p: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89035D06-4009-3589-11F5-E1D66837DC18}"/>
              </a:ext>
            </a:extLst>
          </p:cNvPr>
          <p:cNvCxnSpPr>
            <a:cxnSpLocks/>
          </p:cNvCxnSpPr>
          <p:nvPr/>
        </p:nvCxnSpPr>
        <p:spPr>
          <a:xfrm>
            <a:off x="3883006" y="3169920"/>
            <a:ext cx="205779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Gerader Verbinder 38">
            <a:extLst>
              <a:ext uri="{FF2B5EF4-FFF2-40B4-BE49-F238E27FC236}">
                <a16:creationId xmlns:a16="http://schemas.microsoft.com/office/drawing/2014/main" id="{2C5D4E95-E306-CC13-99CA-140AD499ABFA}"/>
              </a:ext>
            </a:extLst>
          </p:cNvPr>
          <p:cNvCxnSpPr>
            <a:cxnSpLocks/>
          </p:cNvCxnSpPr>
          <p:nvPr/>
        </p:nvCxnSpPr>
        <p:spPr>
          <a:xfrm>
            <a:off x="3883006" y="3518535"/>
            <a:ext cx="205779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Gerader Verbinder 39">
            <a:extLst>
              <a:ext uri="{FF2B5EF4-FFF2-40B4-BE49-F238E27FC236}">
                <a16:creationId xmlns:a16="http://schemas.microsoft.com/office/drawing/2014/main" id="{F67BFE87-CE90-BFD9-9984-D0575A93669E}"/>
              </a:ext>
            </a:extLst>
          </p:cNvPr>
          <p:cNvCxnSpPr>
            <a:cxnSpLocks/>
          </p:cNvCxnSpPr>
          <p:nvPr/>
        </p:nvCxnSpPr>
        <p:spPr>
          <a:xfrm>
            <a:off x="3883006" y="5581174"/>
            <a:ext cx="205779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Gerader Verbinder 54">
            <a:extLst>
              <a:ext uri="{FF2B5EF4-FFF2-40B4-BE49-F238E27FC236}">
                <a16:creationId xmlns:a16="http://schemas.microsoft.com/office/drawing/2014/main" id="{A1A4AE2B-B7E3-2F54-5CDA-9C820B44C5AA}"/>
              </a:ext>
            </a:extLst>
          </p:cNvPr>
          <p:cNvCxnSpPr>
            <a:cxnSpLocks/>
            <a:endCxn id="13" idx="0"/>
          </p:cNvCxnSpPr>
          <p:nvPr/>
        </p:nvCxnSpPr>
        <p:spPr>
          <a:xfrm>
            <a:off x="5940798" y="1087736"/>
            <a:ext cx="0" cy="35149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Gerader Verbinder 60">
            <a:extLst>
              <a:ext uri="{FF2B5EF4-FFF2-40B4-BE49-F238E27FC236}">
                <a16:creationId xmlns:a16="http://schemas.microsoft.com/office/drawing/2014/main" id="{A40D6DA7-EA93-A8B8-971B-73EF2A077606}"/>
              </a:ext>
            </a:extLst>
          </p:cNvPr>
          <p:cNvCxnSpPr>
            <a:cxnSpLocks/>
            <a:stCxn id="13" idx="2"/>
          </p:cNvCxnSpPr>
          <p:nvPr/>
        </p:nvCxnSpPr>
        <p:spPr>
          <a:xfrm>
            <a:off x="5940798" y="2856545"/>
            <a:ext cx="0" cy="3109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5" name="Rechteck 64">
            <a:extLst>
              <a:ext uri="{FF2B5EF4-FFF2-40B4-BE49-F238E27FC236}">
                <a16:creationId xmlns:a16="http://schemas.microsoft.com/office/drawing/2014/main" id="{94AABC3E-FBF8-0410-AE4A-C99D4DF602D6}"/>
              </a:ext>
            </a:extLst>
          </p:cNvPr>
          <p:cNvSpPr/>
          <p:nvPr/>
        </p:nvSpPr>
        <p:spPr>
          <a:xfrm>
            <a:off x="5141594" y="3867150"/>
            <a:ext cx="1598407" cy="141731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Black Box</a:t>
            </a:r>
          </a:p>
          <a:p>
            <a:pPr algn="ctr"/>
            <a:r>
              <a:rPr lang="en-GB" dirty="0">
                <a:solidFill>
                  <a:schemeClr val="tx1"/>
                </a:solidFill>
              </a:rPr>
              <a:t>Verstärker</a:t>
            </a:r>
          </a:p>
          <a:p>
            <a:pPr algn="ctr"/>
            <a:r>
              <a:rPr lang="de-DE" dirty="0">
                <a:solidFill>
                  <a:schemeClr val="tx1"/>
                </a:solidFill>
              </a:rPr>
              <a:t>+</a:t>
            </a:r>
          </a:p>
          <a:p>
            <a:pPr algn="ctr"/>
            <a:r>
              <a:rPr lang="de-DE" dirty="0">
                <a:solidFill>
                  <a:schemeClr val="tx1"/>
                </a:solidFill>
              </a:rPr>
              <a:t>ADC</a:t>
            </a:r>
          </a:p>
        </p:txBody>
      </p:sp>
      <p:cxnSp>
        <p:nvCxnSpPr>
          <p:cNvPr id="66" name="Gerader Verbinder 65">
            <a:extLst>
              <a:ext uri="{FF2B5EF4-FFF2-40B4-BE49-F238E27FC236}">
                <a16:creationId xmlns:a16="http://schemas.microsoft.com/office/drawing/2014/main" id="{2CD24E0E-653A-23E2-7955-B7987D5C3743}"/>
              </a:ext>
            </a:extLst>
          </p:cNvPr>
          <p:cNvCxnSpPr>
            <a:cxnSpLocks/>
            <a:endCxn id="65" idx="0"/>
          </p:cNvCxnSpPr>
          <p:nvPr/>
        </p:nvCxnSpPr>
        <p:spPr>
          <a:xfrm>
            <a:off x="5940798" y="3515658"/>
            <a:ext cx="0" cy="35149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7" name="Gerader Verbinder 66">
            <a:extLst>
              <a:ext uri="{FF2B5EF4-FFF2-40B4-BE49-F238E27FC236}">
                <a16:creationId xmlns:a16="http://schemas.microsoft.com/office/drawing/2014/main" id="{C47B0E50-7774-3278-EB80-F59700C2A7DF}"/>
              </a:ext>
            </a:extLst>
          </p:cNvPr>
          <p:cNvCxnSpPr>
            <a:cxnSpLocks/>
            <a:stCxn id="65" idx="2"/>
          </p:cNvCxnSpPr>
          <p:nvPr/>
        </p:nvCxnSpPr>
        <p:spPr>
          <a:xfrm>
            <a:off x="5940798" y="5284467"/>
            <a:ext cx="0" cy="3109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1" name="Gerader Verbinder 70">
            <a:extLst>
              <a:ext uri="{FF2B5EF4-FFF2-40B4-BE49-F238E27FC236}">
                <a16:creationId xmlns:a16="http://schemas.microsoft.com/office/drawing/2014/main" id="{967F92D2-3791-F3B4-1DF9-06B7FD06C15F}"/>
              </a:ext>
            </a:extLst>
          </p:cNvPr>
          <p:cNvCxnSpPr>
            <a:stCxn id="13" idx="3"/>
          </p:cNvCxnSpPr>
          <p:nvPr/>
        </p:nvCxnSpPr>
        <p:spPr>
          <a:xfrm>
            <a:off x="6740001" y="2147887"/>
            <a:ext cx="924823" cy="364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2" name="Gerader Verbinder 71">
            <a:extLst>
              <a:ext uri="{FF2B5EF4-FFF2-40B4-BE49-F238E27FC236}">
                <a16:creationId xmlns:a16="http://schemas.microsoft.com/office/drawing/2014/main" id="{611DEE2D-50B2-EB50-D3C4-B5F608B63325}"/>
              </a:ext>
            </a:extLst>
          </p:cNvPr>
          <p:cNvCxnSpPr/>
          <p:nvPr/>
        </p:nvCxnSpPr>
        <p:spPr>
          <a:xfrm>
            <a:off x="6740001" y="4575808"/>
            <a:ext cx="924823" cy="364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3" name="Rechteck 72">
            <a:extLst>
              <a:ext uri="{FF2B5EF4-FFF2-40B4-BE49-F238E27FC236}">
                <a16:creationId xmlns:a16="http://schemas.microsoft.com/office/drawing/2014/main" id="{0B7D17E7-4ADC-00B4-C6B7-41777A879517}"/>
              </a:ext>
            </a:extLst>
          </p:cNvPr>
          <p:cNvSpPr/>
          <p:nvPr/>
        </p:nvSpPr>
        <p:spPr>
          <a:xfrm>
            <a:off x="7664824" y="1810868"/>
            <a:ext cx="1371600" cy="67403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Digitales Oszilloskop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74" name="Rechteck 73">
            <a:extLst>
              <a:ext uri="{FF2B5EF4-FFF2-40B4-BE49-F238E27FC236}">
                <a16:creationId xmlns:a16="http://schemas.microsoft.com/office/drawing/2014/main" id="{849B8D83-4CD3-77D4-AAC5-0E236416B88F}"/>
              </a:ext>
            </a:extLst>
          </p:cNvPr>
          <p:cNvSpPr/>
          <p:nvPr/>
        </p:nvSpPr>
        <p:spPr>
          <a:xfrm>
            <a:off x="7652608" y="4223513"/>
            <a:ext cx="1371600" cy="67403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Digitales Oszilloskop</a:t>
            </a:r>
            <a:endParaRPr lang="de-DE" dirty="0">
              <a:solidFill>
                <a:schemeClr val="tx1"/>
              </a:solidFill>
            </a:endParaRPr>
          </a:p>
        </p:txBody>
      </p:sp>
      <p:cxnSp>
        <p:nvCxnSpPr>
          <p:cNvPr id="76" name="Gerade Verbindung mit Pfeil 75">
            <a:extLst>
              <a:ext uri="{FF2B5EF4-FFF2-40B4-BE49-F238E27FC236}">
                <a16:creationId xmlns:a16="http://schemas.microsoft.com/office/drawing/2014/main" id="{04614AEF-D113-BC50-CB37-F9DCE029667C}"/>
              </a:ext>
            </a:extLst>
          </p:cNvPr>
          <p:cNvCxnSpPr/>
          <p:nvPr/>
        </p:nvCxnSpPr>
        <p:spPr>
          <a:xfrm>
            <a:off x="2805953" y="2147885"/>
            <a:ext cx="0" cy="241264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7" name="Textfeld 76">
            <a:extLst>
              <a:ext uri="{FF2B5EF4-FFF2-40B4-BE49-F238E27FC236}">
                <a16:creationId xmlns:a16="http://schemas.microsoft.com/office/drawing/2014/main" id="{F6DB78C0-892B-D429-4A9C-3EFEAB783F93}"/>
              </a:ext>
            </a:extLst>
          </p:cNvPr>
          <p:cNvSpPr txBox="1"/>
          <p:nvPr/>
        </p:nvSpPr>
        <p:spPr>
          <a:xfrm>
            <a:off x="2488377" y="3100487"/>
            <a:ext cx="5356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396645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07656EE9DFED242B351006EC30AA52D" ma:contentTypeVersion="10" ma:contentTypeDescription="Create a new document." ma:contentTypeScope="" ma:versionID="9284552c7b2a28cdab1c031e0bad2d65">
  <xsd:schema xmlns:xsd="http://www.w3.org/2001/XMLSchema" xmlns:xs="http://www.w3.org/2001/XMLSchema" xmlns:p="http://schemas.microsoft.com/office/2006/metadata/properties" xmlns:ns3="7e95ff7b-f233-42fe-88ed-c6d28234d710" targetNamespace="http://schemas.microsoft.com/office/2006/metadata/properties" ma:root="true" ma:fieldsID="57735c7e9db4e3967c535b13014d6b5a" ns3:_="">
    <xsd:import namespace="7e95ff7b-f233-42fe-88ed-c6d28234d710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e95ff7b-f233-42fe-88ed-c6d28234d710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e95ff7b-f233-42fe-88ed-c6d28234d710" xsi:nil="true"/>
  </documentManagement>
</p:properties>
</file>

<file path=customXml/itemProps1.xml><?xml version="1.0" encoding="utf-8"?>
<ds:datastoreItem xmlns:ds="http://schemas.openxmlformats.org/officeDocument/2006/customXml" ds:itemID="{2EE13BB1-949C-4FD2-A3E7-D8B43C53B9C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e95ff7b-f233-42fe-88ed-c6d28234d71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0DF9F75-3DA8-455B-99C5-CC15A6F469B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FD268E1-1420-4619-9D39-666029F62049}">
  <ds:schemaRefs>
    <ds:schemaRef ds:uri="http://schemas.microsoft.com/office/2006/documentManagement/types"/>
    <ds:schemaRef ds:uri="http://purl.org/dc/elements/1.1/"/>
    <ds:schemaRef ds:uri="7e95ff7b-f233-42fe-88ed-c6d28234d710"/>
    <ds:schemaRef ds:uri="http://schemas.microsoft.com/office/2006/metadata/properties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http://purl.org/dc/dcmitype/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</Words>
  <Application>Microsoft Office PowerPoint</Application>
  <PresentationFormat>Breitbild</PresentationFormat>
  <Paragraphs>11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nicolas rohrbeck</dc:creator>
  <cp:lastModifiedBy>nicolas rohrbeck</cp:lastModifiedBy>
  <cp:revision>1</cp:revision>
  <dcterms:created xsi:type="dcterms:W3CDTF">2025-10-31T14:20:38Z</dcterms:created>
  <dcterms:modified xsi:type="dcterms:W3CDTF">2025-10-31T14:43:48Z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0x010100F07656EE9DFED242B351006EC30AA52D</vt:lpwstr>
  </property>
</Properties>
</file>