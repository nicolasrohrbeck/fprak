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0E18F-E46E-4556-93A7-F06D3DB14156}" v="184" dt="2026-07-07T15:12:10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>
        <p:scale>
          <a:sx n="125" d="100"/>
          <a:sy n="125" d="100"/>
        </p:scale>
        <p:origin x="-420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Rohrbeck" userId="97cf50ec-6fdd-4c3f-be9c-69633257c89c" providerId="ADAL" clId="{1E685613-085C-417C-ADF2-610F19D55445}"/>
    <pc:docChg chg="undo custSel modSld">
      <pc:chgData name="Nicolas Rohrbeck" userId="97cf50ec-6fdd-4c3f-be9c-69633257c89c" providerId="ADAL" clId="{1E685613-085C-417C-ADF2-610F19D55445}" dt="2026-07-07T15:15:58.600" v="969" actId="167"/>
      <pc:docMkLst>
        <pc:docMk/>
      </pc:docMkLst>
      <pc:sldChg chg="addSp delSp modSp mod">
        <pc:chgData name="Nicolas Rohrbeck" userId="97cf50ec-6fdd-4c3f-be9c-69633257c89c" providerId="ADAL" clId="{1E685613-085C-417C-ADF2-610F19D55445}" dt="2026-07-07T15:15:58.600" v="969" actId="167"/>
        <pc:sldMkLst>
          <pc:docMk/>
          <pc:sldMk cId="3954476413" sldId="256"/>
        </pc:sldMkLst>
        <pc:spChg chg="add mod">
          <ac:chgData name="Nicolas Rohrbeck" userId="97cf50ec-6fdd-4c3f-be9c-69633257c89c" providerId="ADAL" clId="{1E685613-085C-417C-ADF2-610F19D55445}" dt="2026-07-07T11:56:42.510" v="45" actId="20577"/>
          <ac:spMkLst>
            <pc:docMk/>
            <pc:sldMk cId="3954476413" sldId="256"/>
            <ac:spMk id="4" creationId="{373C44FC-C343-1B0B-3F83-EBAB20BA8D07}"/>
          </ac:spMkLst>
        </pc:spChg>
        <pc:spChg chg="add mod">
          <ac:chgData name="Nicolas Rohrbeck" userId="97cf50ec-6fdd-4c3f-be9c-69633257c89c" providerId="ADAL" clId="{1E685613-085C-417C-ADF2-610F19D55445}" dt="2026-07-07T12:50:22.944" v="765" actId="206"/>
          <ac:spMkLst>
            <pc:docMk/>
            <pc:sldMk cId="3954476413" sldId="256"/>
            <ac:spMk id="5" creationId="{34863082-81CD-8F79-9025-0D7E290F3725}"/>
          </ac:spMkLst>
        </pc:spChg>
        <pc:spChg chg="add mod">
          <ac:chgData name="Nicolas Rohrbeck" userId="97cf50ec-6fdd-4c3f-be9c-69633257c89c" providerId="ADAL" clId="{1E685613-085C-417C-ADF2-610F19D55445}" dt="2026-07-07T11:57:21.462" v="50" actId="207"/>
          <ac:spMkLst>
            <pc:docMk/>
            <pc:sldMk cId="3954476413" sldId="256"/>
            <ac:spMk id="6" creationId="{26838F83-84BE-9957-1056-E8C374CF2196}"/>
          </ac:spMkLst>
        </pc:spChg>
        <pc:spChg chg="add mod ord">
          <ac:chgData name="Nicolas Rohrbeck" userId="97cf50ec-6fdd-4c3f-be9c-69633257c89c" providerId="ADAL" clId="{1E685613-085C-417C-ADF2-610F19D55445}" dt="2026-07-07T12:14:26.510" v="178" actId="1076"/>
          <ac:spMkLst>
            <pc:docMk/>
            <pc:sldMk cId="3954476413" sldId="256"/>
            <ac:spMk id="7" creationId="{34DD5DFA-F8DC-8A0E-78CF-6E9E673A3D65}"/>
          </ac:spMkLst>
        </pc:spChg>
        <pc:spChg chg="add mod">
          <ac:chgData name="Nicolas Rohrbeck" userId="97cf50ec-6fdd-4c3f-be9c-69633257c89c" providerId="ADAL" clId="{1E685613-085C-417C-ADF2-610F19D55445}" dt="2026-07-07T15:06:07.847" v="862" actId="1076"/>
          <ac:spMkLst>
            <pc:docMk/>
            <pc:sldMk cId="3954476413" sldId="256"/>
            <ac:spMk id="8" creationId="{C4872F44-574A-765E-6701-3D8CC8AC565E}"/>
          </ac:spMkLst>
        </pc:spChg>
        <pc:spChg chg="add mod ord">
          <ac:chgData name="Nicolas Rohrbeck" userId="97cf50ec-6fdd-4c3f-be9c-69633257c89c" providerId="ADAL" clId="{1E685613-085C-417C-ADF2-610F19D55445}" dt="2026-07-07T12:35:54.088" v="648" actId="1076"/>
          <ac:spMkLst>
            <pc:docMk/>
            <pc:sldMk cId="3954476413" sldId="256"/>
            <ac:spMk id="9" creationId="{B8952CA8-6BAC-4446-45E8-795F6693113A}"/>
          </ac:spMkLst>
        </pc:spChg>
        <pc:spChg chg="add mod ord">
          <ac:chgData name="Nicolas Rohrbeck" userId="97cf50ec-6fdd-4c3f-be9c-69633257c89c" providerId="ADAL" clId="{1E685613-085C-417C-ADF2-610F19D55445}" dt="2026-07-07T12:20:01.281" v="366" actId="1076"/>
          <ac:spMkLst>
            <pc:docMk/>
            <pc:sldMk cId="3954476413" sldId="256"/>
            <ac:spMk id="10" creationId="{09E0DC30-C012-6F41-080F-CD11A5C3DE10}"/>
          </ac:spMkLst>
        </pc:spChg>
        <pc:spChg chg="add mod">
          <ac:chgData name="Nicolas Rohrbeck" userId="97cf50ec-6fdd-4c3f-be9c-69633257c89c" providerId="ADAL" clId="{1E685613-085C-417C-ADF2-610F19D55445}" dt="2026-07-07T12:00:13.675" v="132" actId="1076"/>
          <ac:spMkLst>
            <pc:docMk/>
            <pc:sldMk cId="3954476413" sldId="256"/>
            <ac:spMk id="12" creationId="{33CCEDA6-9081-3D4C-DF46-715452477BE1}"/>
          </ac:spMkLst>
        </pc:spChg>
        <pc:spChg chg="add mod">
          <ac:chgData name="Nicolas Rohrbeck" userId="97cf50ec-6fdd-4c3f-be9c-69633257c89c" providerId="ADAL" clId="{1E685613-085C-417C-ADF2-610F19D55445}" dt="2026-07-07T12:01:02.142" v="153" actId="1076"/>
          <ac:spMkLst>
            <pc:docMk/>
            <pc:sldMk cId="3954476413" sldId="256"/>
            <ac:spMk id="14" creationId="{DA12A22F-EFB9-685D-7510-7BF502EF76F6}"/>
          </ac:spMkLst>
        </pc:spChg>
        <pc:spChg chg="add mod">
          <ac:chgData name="Nicolas Rohrbeck" userId="97cf50ec-6fdd-4c3f-be9c-69633257c89c" providerId="ADAL" clId="{1E685613-085C-417C-ADF2-610F19D55445}" dt="2026-07-07T12:02:00.836" v="157" actId="13822"/>
          <ac:spMkLst>
            <pc:docMk/>
            <pc:sldMk cId="3954476413" sldId="256"/>
            <ac:spMk id="15" creationId="{F632DD04-E8CB-8E50-1D55-E87FF86B645F}"/>
          </ac:spMkLst>
        </pc:spChg>
        <pc:spChg chg="add mod">
          <ac:chgData name="Nicolas Rohrbeck" userId="97cf50ec-6fdd-4c3f-be9c-69633257c89c" providerId="ADAL" clId="{1E685613-085C-417C-ADF2-610F19D55445}" dt="2026-07-07T12:02:07.826" v="159" actId="1076"/>
          <ac:spMkLst>
            <pc:docMk/>
            <pc:sldMk cId="3954476413" sldId="256"/>
            <ac:spMk id="17" creationId="{CA1C4462-8715-9F2E-F717-0E99444656B3}"/>
          </ac:spMkLst>
        </pc:spChg>
        <pc:spChg chg="add mod">
          <ac:chgData name="Nicolas Rohrbeck" userId="97cf50ec-6fdd-4c3f-be9c-69633257c89c" providerId="ADAL" clId="{1E685613-085C-417C-ADF2-610F19D55445}" dt="2026-07-07T15:06:44.030" v="881" actId="1076"/>
          <ac:spMkLst>
            <pc:docMk/>
            <pc:sldMk cId="3954476413" sldId="256"/>
            <ac:spMk id="21" creationId="{9C430D80-97BF-8F1F-4B1E-192093885476}"/>
          </ac:spMkLst>
        </pc:spChg>
        <pc:spChg chg="add del">
          <ac:chgData name="Nicolas Rohrbeck" userId="97cf50ec-6fdd-4c3f-be9c-69633257c89c" providerId="ADAL" clId="{1E685613-085C-417C-ADF2-610F19D55445}" dt="2026-07-07T15:10:20.986" v="883" actId="22"/>
          <ac:spMkLst>
            <pc:docMk/>
            <pc:sldMk cId="3954476413" sldId="256"/>
            <ac:spMk id="27" creationId="{A5BA8762-BF3F-9C90-C75C-7E73A9C51470}"/>
          </ac:spMkLst>
        </pc:spChg>
        <pc:spChg chg="add mod">
          <ac:chgData name="Nicolas Rohrbeck" userId="97cf50ec-6fdd-4c3f-be9c-69633257c89c" providerId="ADAL" clId="{1E685613-085C-417C-ADF2-610F19D55445}" dt="2026-07-07T15:12:07.365" v="929" actId="20577"/>
          <ac:spMkLst>
            <pc:docMk/>
            <pc:sldMk cId="3954476413" sldId="256"/>
            <ac:spMk id="29" creationId="{0664E108-1A01-EACF-2C74-B2D3E8FDB473}"/>
          </ac:spMkLst>
        </pc:spChg>
        <pc:spChg chg="add del mod ord">
          <ac:chgData name="Nicolas Rohrbeck" userId="97cf50ec-6fdd-4c3f-be9c-69633257c89c" providerId="ADAL" clId="{1E685613-085C-417C-ADF2-610F19D55445}" dt="2026-07-07T12:16:49.699" v="200" actId="478"/>
          <ac:spMkLst>
            <pc:docMk/>
            <pc:sldMk cId="3954476413" sldId="256"/>
            <ac:spMk id="29" creationId="{1487288C-781F-7C3F-94F4-03295EE6C5D1}"/>
          </ac:spMkLst>
        </pc:spChg>
        <pc:spChg chg="add mod">
          <ac:chgData name="Nicolas Rohrbeck" userId="97cf50ec-6fdd-4c3f-be9c-69633257c89c" providerId="ADAL" clId="{1E685613-085C-417C-ADF2-610F19D55445}" dt="2026-07-07T12:21:00.468" v="594" actId="339"/>
          <ac:spMkLst>
            <pc:docMk/>
            <pc:sldMk cId="3954476413" sldId="256"/>
            <ac:spMk id="30" creationId="{56696625-48FF-1CC6-4E82-EB5A300456FA}"/>
          </ac:spMkLst>
        </pc:spChg>
        <pc:spChg chg="add mod">
          <ac:chgData name="Nicolas Rohrbeck" userId="97cf50ec-6fdd-4c3f-be9c-69633257c89c" providerId="ADAL" clId="{1E685613-085C-417C-ADF2-610F19D55445}" dt="2026-07-07T12:21:00.468" v="594" actId="339"/>
          <ac:spMkLst>
            <pc:docMk/>
            <pc:sldMk cId="3954476413" sldId="256"/>
            <ac:spMk id="31" creationId="{0FACA9E3-510E-7BE8-0A02-3A133ED769C0}"/>
          </ac:spMkLst>
        </pc:spChg>
        <pc:spChg chg="add mod ord">
          <ac:chgData name="Nicolas Rohrbeck" userId="97cf50ec-6fdd-4c3f-be9c-69633257c89c" providerId="ADAL" clId="{1E685613-085C-417C-ADF2-610F19D55445}" dt="2026-07-07T12:35:40.249" v="647" actId="1076"/>
          <ac:spMkLst>
            <pc:docMk/>
            <pc:sldMk cId="3954476413" sldId="256"/>
            <ac:spMk id="32" creationId="{5BF60133-5348-2279-8F2D-B7A3DE0A3D47}"/>
          </ac:spMkLst>
        </pc:spChg>
        <pc:spChg chg="add mod ord">
          <ac:chgData name="Nicolas Rohrbeck" userId="97cf50ec-6fdd-4c3f-be9c-69633257c89c" providerId="ADAL" clId="{1E685613-085C-417C-ADF2-610F19D55445}" dt="2026-07-07T12:33:56.072" v="624" actId="166"/>
          <ac:spMkLst>
            <pc:docMk/>
            <pc:sldMk cId="3954476413" sldId="256"/>
            <ac:spMk id="37" creationId="{7917E461-BCA8-3BD2-E53C-6061F3BE0BFD}"/>
          </ac:spMkLst>
        </pc:spChg>
        <pc:spChg chg="add mod">
          <ac:chgData name="Nicolas Rohrbeck" userId="97cf50ec-6fdd-4c3f-be9c-69633257c89c" providerId="ADAL" clId="{1E685613-085C-417C-ADF2-610F19D55445}" dt="2026-07-07T12:38:10.710" v="687" actId="1076"/>
          <ac:spMkLst>
            <pc:docMk/>
            <pc:sldMk cId="3954476413" sldId="256"/>
            <ac:spMk id="44" creationId="{86E6ECB9-CDA2-C0C9-91B0-5A3F735D65E0}"/>
          </ac:spMkLst>
        </pc:spChg>
        <pc:spChg chg="add mod">
          <ac:chgData name="Nicolas Rohrbeck" userId="97cf50ec-6fdd-4c3f-be9c-69633257c89c" providerId="ADAL" clId="{1E685613-085C-417C-ADF2-610F19D55445}" dt="2026-07-07T15:12:18.205" v="934" actId="1076"/>
          <ac:spMkLst>
            <pc:docMk/>
            <pc:sldMk cId="3954476413" sldId="256"/>
            <ac:spMk id="47" creationId="{2499BB87-FDE9-D776-269E-5F15DFBBFB10}"/>
          </ac:spMkLst>
        </pc:spChg>
        <pc:spChg chg="add mod ord">
          <ac:chgData name="Nicolas Rohrbeck" userId="97cf50ec-6fdd-4c3f-be9c-69633257c89c" providerId="ADAL" clId="{1E685613-085C-417C-ADF2-610F19D55445}" dt="2026-07-07T12:36:51.958" v="674" actId="166"/>
          <ac:spMkLst>
            <pc:docMk/>
            <pc:sldMk cId="3954476413" sldId="256"/>
            <ac:spMk id="49" creationId="{DF6496A5-46A4-76C8-C0BF-40E412890FA4}"/>
          </ac:spMkLst>
        </pc:spChg>
        <pc:spChg chg="add mod">
          <ac:chgData name="Nicolas Rohrbeck" userId="97cf50ec-6fdd-4c3f-be9c-69633257c89c" providerId="ADAL" clId="{1E685613-085C-417C-ADF2-610F19D55445}" dt="2026-07-07T15:12:34.678" v="939" actId="1076"/>
          <ac:spMkLst>
            <pc:docMk/>
            <pc:sldMk cId="3954476413" sldId="256"/>
            <ac:spMk id="50" creationId="{6CC12204-48FE-4E2C-6264-E8A10CC702B1}"/>
          </ac:spMkLst>
        </pc:spChg>
        <pc:spChg chg="add mod ord">
          <ac:chgData name="Nicolas Rohrbeck" userId="97cf50ec-6fdd-4c3f-be9c-69633257c89c" providerId="ADAL" clId="{1E685613-085C-417C-ADF2-610F19D55445}" dt="2026-07-07T12:36:51.958" v="674" actId="166"/>
          <ac:spMkLst>
            <pc:docMk/>
            <pc:sldMk cId="3954476413" sldId="256"/>
            <ac:spMk id="51" creationId="{3DE09500-E61C-5771-5898-B8DE670B4AB8}"/>
          </ac:spMkLst>
        </pc:spChg>
        <pc:spChg chg="add mod">
          <ac:chgData name="Nicolas Rohrbeck" userId="97cf50ec-6fdd-4c3f-be9c-69633257c89c" providerId="ADAL" clId="{1E685613-085C-417C-ADF2-610F19D55445}" dt="2026-07-07T12:42:50.817" v="717" actId="403"/>
          <ac:spMkLst>
            <pc:docMk/>
            <pc:sldMk cId="3954476413" sldId="256"/>
            <ac:spMk id="82" creationId="{978ECF51-2A70-FDBE-19EC-138B5DDB5C73}"/>
          </ac:spMkLst>
        </pc:spChg>
        <pc:spChg chg="add mod ord">
          <ac:chgData name="Nicolas Rohrbeck" userId="97cf50ec-6fdd-4c3f-be9c-69633257c89c" providerId="ADAL" clId="{1E685613-085C-417C-ADF2-610F19D55445}" dt="2026-07-07T12:44:25.583" v="728" actId="167"/>
          <ac:spMkLst>
            <pc:docMk/>
            <pc:sldMk cId="3954476413" sldId="256"/>
            <ac:spMk id="94" creationId="{B544E935-2616-F073-E8DD-A168989DF2F2}"/>
          </ac:spMkLst>
        </pc:spChg>
        <pc:spChg chg="add mod">
          <ac:chgData name="Nicolas Rohrbeck" userId="97cf50ec-6fdd-4c3f-be9c-69633257c89c" providerId="ADAL" clId="{1E685613-085C-417C-ADF2-610F19D55445}" dt="2026-07-07T13:07:53.156" v="771" actId="1076"/>
          <ac:spMkLst>
            <pc:docMk/>
            <pc:sldMk cId="3954476413" sldId="256"/>
            <ac:spMk id="98" creationId="{D239F40F-81E3-9918-DDDF-86139B0D9DEC}"/>
          </ac:spMkLst>
        </pc:spChg>
        <pc:spChg chg="add mod">
          <ac:chgData name="Nicolas Rohrbeck" userId="97cf50ec-6fdd-4c3f-be9c-69633257c89c" providerId="ADAL" clId="{1E685613-085C-417C-ADF2-610F19D55445}" dt="2026-07-07T12:46:07.601" v="741" actId="767"/>
          <ac:spMkLst>
            <pc:docMk/>
            <pc:sldMk cId="3954476413" sldId="256"/>
            <ac:spMk id="99" creationId="{CB72B8BF-22E2-1B95-3C7F-EB06F5876FCF}"/>
          </ac:spMkLst>
        </pc:spChg>
        <pc:spChg chg="add del">
          <ac:chgData name="Nicolas Rohrbeck" userId="97cf50ec-6fdd-4c3f-be9c-69633257c89c" providerId="ADAL" clId="{1E685613-085C-417C-ADF2-610F19D55445}" dt="2026-07-07T13:07:41.065" v="768" actId="478"/>
          <ac:spMkLst>
            <pc:docMk/>
            <pc:sldMk cId="3954476413" sldId="256"/>
            <ac:spMk id="119" creationId="{D37DD80A-3A07-4B62-F839-70D6EB856034}"/>
          </ac:spMkLst>
        </pc:spChg>
        <pc:spChg chg="add mod">
          <ac:chgData name="Nicolas Rohrbeck" userId="97cf50ec-6fdd-4c3f-be9c-69633257c89c" providerId="ADAL" clId="{1E685613-085C-417C-ADF2-610F19D55445}" dt="2026-07-07T13:08:25.628" v="784" actId="20577"/>
          <ac:spMkLst>
            <pc:docMk/>
            <pc:sldMk cId="3954476413" sldId="256"/>
            <ac:spMk id="121" creationId="{D61150E2-B56A-863D-5928-B87CEC5B1BAC}"/>
          </ac:spMkLst>
        </pc:spChg>
        <pc:spChg chg="add mod">
          <ac:chgData name="Nicolas Rohrbeck" userId="97cf50ec-6fdd-4c3f-be9c-69633257c89c" providerId="ADAL" clId="{1E685613-085C-417C-ADF2-610F19D55445}" dt="2026-07-07T15:05:46.976" v="855" actId="1076"/>
          <ac:spMkLst>
            <pc:docMk/>
            <pc:sldMk cId="3954476413" sldId="256"/>
            <ac:spMk id="129" creationId="{0976DE11-6380-0C95-F2A8-D82AA814FF78}"/>
          </ac:spMkLst>
        </pc:spChg>
        <pc:spChg chg="add del mod">
          <ac:chgData name="Nicolas Rohrbeck" userId="97cf50ec-6fdd-4c3f-be9c-69633257c89c" providerId="ADAL" clId="{1E685613-085C-417C-ADF2-610F19D55445}" dt="2026-07-07T13:10:03.776" v="795"/>
          <ac:spMkLst>
            <pc:docMk/>
            <pc:sldMk cId="3954476413" sldId="256"/>
            <ac:spMk id="130" creationId="{49A9DC8E-ECC9-2299-C00E-BF17C56C4CF7}"/>
          </ac:spMkLst>
        </pc:spChg>
        <pc:spChg chg="add mod">
          <ac:chgData name="Nicolas Rohrbeck" userId="97cf50ec-6fdd-4c3f-be9c-69633257c89c" providerId="ADAL" clId="{1E685613-085C-417C-ADF2-610F19D55445}" dt="2026-07-07T13:11:00.149" v="835" actId="1076"/>
          <ac:spMkLst>
            <pc:docMk/>
            <pc:sldMk cId="3954476413" sldId="256"/>
            <ac:spMk id="131" creationId="{542C79E5-A123-5D92-0360-3BC189541B6B}"/>
          </ac:spMkLst>
        </pc:spChg>
        <pc:spChg chg="add mod">
          <ac:chgData name="Nicolas Rohrbeck" userId="97cf50ec-6fdd-4c3f-be9c-69633257c89c" providerId="ADAL" clId="{1E685613-085C-417C-ADF2-610F19D55445}" dt="2026-07-07T13:10:41.198" v="831" actId="1076"/>
          <ac:spMkLst>
            <pc:docMk/>
            <pc:sldMk cId="3954476413" sldId="256"/>
            <ac:spMk id="132" creationId="{52BCD47C-20AD-85CC-ECB3-53E5D07DEE52}"/>
          </ac:spMkLst>
        </pc:spChg>
        <pc:grpChg chg="add mod">
          <ac:chgData name="Nicolas Rohrbeck" userId="97cf50ec-6fdd-4c3f-be9c-69633257c89c" providerId="ADAL" clId="{1E685613-085C-417C-ADF2-610F19D55445}" dt="2026-07-07T12:39:04.643" v="702" actId="164"/>
          <ac:grpSpMkLst>
            <pc:docMk/>
            <pc:sldMk cId="3954476413" sldId="256"/>
            <ac:grpSpMk id="76" creationId="{D7B37390-157B-D3D4-54C9-BD49CA502C87}"/>
          </ac:grpSpMkLst>
        </pc:grpChg>
        <pc:grpChg chg="add mod">
          <ac:chgData name="Nicolas Rohrbeck" userId="97cf50ec-6fdd-4c3f-be9c-69633257c89c" providerId="ADAL" clId="{1E685613-085C-417C-ADF2-610F19D55445}" dt="2026-07-07T12:43:37.520" v="723" actId="1076"/>
          <ac:grpSpMkLst>
            <pc:docMk/>
            <pc:sldMk cId="3954476413" sldId="256"/>
            <ac:grpSpMk id="77" creationId="{D769EEB2-A653-0447-F325-E0BD102F3443}"/>
          </ac:grpSpMkLst>
        </pc:grpChg>
        <pc:picChg chg="add mod">
          <ac:chgData name="Nicolas Rohrbeck" userId="97cf50ec-6fdd-4c3f-be9c-69633257c89c" providerId="ADAL" clId="{1E685613-085C-417C-ADF2-610F19D55445}" dt="2026-07-07T15:15:34.465" v="965" actId="1036"/>
          <ac:picMkLst>
            <pc:docMk/>
            <pc:sldMk cId="3954476413" sldId="256"/>
            <ac:picMk id="2" creationId="{82961ADA-528A-0C51-EFA5-220681DA041D}"/>
          </ac:picMkLst>
        </pc:picChg>
        <pc:picChg chg="add mod">
          <ac:chgData name="Nicolas Rohrbeck" userId="97cf50ec-6fdd-4c3f-be9c-69633257c89c" providerId="ADAL" clId="{1E685613-085C-417C-ADF2-610F19D55445}" dt="2026-07-07T12:22:56.143" v="610" actId="1076"/>
          <ac:picMkLst>
            <pc:docMk/>
            <pc:sldMk cId="3954476413" sldId="256"/>
            <ac:picMk id="43" creationId="{ABC15DC2-287F-CD4E-4592-C1352BCC1C75}"/>
          </ac:picMkLst>
        </pc:picChg>
        <pc:picChg chg="add mod">
          <ac:chgData name="Nicolas Rohrbeck" userId="97cf50ec-6fdd-4c3f-be9c-69633257c89c" providerId="ADAL" clId="{1E685613-085C-417C-ADF2-610F19D55445}" dt="2026-07-07T12:48:08.273" v="751" actId="1076"/>
          <ac:picMkLst>
            <pc:docMk/>
            <pc:sldMk cId="3954476413" sldId="256"/>
            <ac:picMk id="107" creationId="{FD157637-EC65-9740-4E7A-F7497B9D6E31}"/>
          </ac:picMkLst>
        </pc:picChg>
        <pc:cxnChg chg="add mod ord">
          <ac:chgData name="Nicolas Rohrbeck" userId="97cf50ec-6fdd-4c3f-be9c-69633257c89c" providerId="ADAL" clId="{1E685613-085C-417C-ADF2-610F19D55445}" dt="2026-07-07T15:15:58.600" v="969" actId="167"/>
          <ac:cxnSpMkLst>
            <pc:docMk/>
            <pc:sldMk cId="3954476413" sldId="256"/>
            <ac:cxnSpMk id="11" creationId="{762620F1-CBE6-5322-8BB8-A9F1FAD6B9CE}"/>
          </ac:cxnSpMkLst>
        </pc:cxnChg>
        <pc:cxnChg chg="add mod">
          <ac:chgData name="Nicolas Rohrbeck" userId="97cf50ec-6fdd-4c3f-be9c-69633257c89c" providerId="ADAL" clId="{1E685613-085C-417C-ADF2-610F19D55445}" dt="2026-07-07T12:02:19.248" v="161" actId="13822"/>
          <ac:cxnSpMkLst>
            <pc:docMk/>
            <pc:sldMk cId="3954476413" sldId="256"/>
            <ac:cxnSpMk id="19" creationId="{682CDCD4-CBB7-760C-92E9-52FE993CE1DC}"/>
          </ac:cxnSpMkLst>
        </pc:cxnChg>
        <pc:cxnChg chg="add mod">
          <ac:chgData name="Nicolas Rohrbeck" userId="97cf50ec-6fdd-4c3f-be9c-69633257c89c" providerId="ADAL" clId="{1E685613-085C-417C-ADF2-610F19D55445}" dt="2026-07-07T12:03:21.481" v="176" actId="14100"/>
          <ac:cxnSpMkLst>
            <pc:docMk/>
            <pc:sldMk cId="3954476413" sldId="256"/>
            <ac:cxnSpMk id="20" creationId="{BD832713-3E2C-B974-4332-D9E10305D73B}"/>
          </ac:cxnSpMkLst>
        </pc:cxnChg>
        <pc:cxnChg chg="add mod">
          <ac:chgData name="Nicolas Rohrbeck" userId="97cf50ec-6fdd-4c3f-be9c-69633257c89c" providerId="ADAL" clId="{1E685613-085C-417C-ADF2-610F19D55445}" dt="2026-07-07T12:03:25.174" v="177" actId="13822"/>
          <ac:cxnSpMkLst>
            <pc:docMk/>
            <pc:sldMk cId="3954476413" sldId="256"/>
            <ac:cxnSpMk id="23" creationId="{5706DC0C-4DE3-E034-A1EB-2F0FA2BB14EF}"/>
          </ac:cxnSpMkLst>
        </pc:cxnChg>
        <pc:cxnChg chg="add mod">
          <ac:chgData name="Nicolas Rohrbeck" userId="97cf50ec-6fdd-4c3f-be9c-69633257c89c" providerId="ADAL" clId="{1E685613-085C-417C-ADF2-610F19D55445}" dt="2026-07-07T15:06:41.226" v="880" actId="14100"/>
          <ac:cxnSpMkLst>
            <pc:docMk/>
            <pc:sldMk cId="3954476413" sldId="256"/>
            <ac:cxnSpMk id="24" creationId="{E3E36663-773C-E8AF-49AB-C0146709D31D}"/>
          </ac:cxnSpMkLst>
        </pc:cxnChg>
        <pc:cxnChg chg="add mod ord">
          <ac:chgData name="Nicolas Rohrbeck" userId="97cf50ec-6fdd-4c3f-be9c-69633257c89c" providerId="ADAL" clId="{1E685613-085C-417C-ADF2-610F19D55445}" dt="2026-07-07T12:33:59.505" v="625" actId="166"/>
          <ac:cxnSpMkLst>
            <pc:docMk/>
            <pc:sldMk cId="3954476413" sldId="256"/>
            <ac:cxnSpMk id="34" creationId="{BB284CDE-B120-CFD8-4216-3AF29BB3CA99}"/>
          </ac:cxnSpMkLst>
        </pc:cxnChg>
        <pc:cxnChg chg="add mod">
          <ac:chgData name="Nicolas Rohrbeck" userId="97cf50ec-6fdd-4c3f-be9c-69633257c89c" providerId="ADAL" clId="{1E685613-085C-417C-ADF2-610F19D55445}" dt="2026-07-07T15:15:51.451" v="968" actId="14100"/>
          <ac:cxnSpMkLst>
            <pc:docMk/>
            <pc:sldMk cId="3954476413" sldId="256"/>
            <ac:cxnSpMk id="35" creationId="{EB88F656-3C4E-A793-7E08-A49374933717}"/>
          </ac:cxnSpMkLst>
        </pc:cxnChg>
        <pc:cxnChg chg="add mod ord">
          <ac:chgData name="Nicolas Rohrbeck" userId="97cf50ec-6fdd-4c3f-be9c-69633257c89c" providerId="ADAL" clId="{1E685613-085C-417C-ADF2-610F19D55445}" dt="2026-07-07T12:33:59.505" v="625" actId="166"/>
          <ac:cxnSpMkLst>
            <pc:docMk/>
            <pc:sldMk cId="3954476413" sldId="256"/>
            <ac:cxnSpMk id="36" creationId="{F7C433B3-A145-7ED5-2F37-10F30339B57A}"/>
          </ac:cxnSpMkLst>
        </pc:cxnChg>
        <pc:cxnChg chg="add del mod">
          <ac:chgData name="Nicolas Rohrbeck" userId="97cf50ec-6fdd-4c3f-be9c-69633257c89c" providerId="ADAL" clId="{1E685613-085C-417C-ADF2-610F19D55445}" dt="2026-07-07T15:14:17.445" v="943" actId="478"/>
          <ac:cxnSpMkLst>
            <pc:docMk/>
            <pc:sldMk cId="3954476413" sldId="256"/>
            <ac:cxnSpMk id="39" creationId="{EFD75860-8DFA-9E04-3E6F-1AE78E1EC5B1}"/>
          </ac:cxnSpMkLst>
        </pc:cxnChg>
        <pc:cxnChg chg="add mod ord">
          <ac:chgData name="Nicolas Rohrbeck" userId="97cf50ec-6fdd-4c3f-be9c-69633257c89c" providerId="ADAL" clId="{1E685613-085C-417C-ADF2-610F19D55445}" dt="2026-07-07T15:12:51.025" v="942" actId="14100"/>
          <ac:cxnSpMkLst>
            <pc:docMk/>
            <pc:sldMk cId="3954476413" sldId="256"/>
            <ac:cxnSpMk id="40" creationId="{163FFCE9-B90F-66B4-FA0E-2CE45E8E7A21}"/>
          </ac:cxnSpMkLst>
        </pc:cxnChg>
        <pc:cxnChg chg="add mod">
          <ac:chgData name="Nicolas Rohrbeck" userId="97cf50ec-6fdd-4c3f-be9c-69633257c89c" providerId="ADAL" clId="{1E685613-085C-417C-ADF2-610F19D55445}" dt="2026-07-07T15:11:01.895" v="892" actId="13822"/>
          <ac:cxnSpMkLst>
            <pc:docMk/>
            <pc:sldMk cId="3954476413" sldId="256"/>
            <ac:cxnSpMk id="45" creationId="{B99CB363-E5C0-595A-150F-C0303647C0E4}"/>
          </ac:cxnSpMkLst>
        </pc:cxnChg>
        <pc:cxnChg chg="add mod">
          <ac:chgData name="Nicolas Rohrbeck" userId="97cf50ec-6fdd-4c3f-be9c-69633257c89c" providerId="ADAL" clId="{1E685613-085C-417C-ADF2-610F19D55445}" dt="2026-07-07T12:37:10.594" v="675" actId="14100"/>
          <ac:cxnSpMkLst>
            <pc:docMk/>
            <pc:sldMk cId="3954476413" sldId="256"/>
            <ac:cxnSpMk id="46" creationId="{285D27D9-FC92-2A7D-DAF4-76A1FB656BF6}"/>
          </ac:cxnSpMkLst>
        </pc:cxnChg>
        <pc:cxnChg chg="add mod">
          <ac:chgData name="Nicolas Rohrbeck" userId="97cf50ec-6fdd-4c3f-be9c-69633257c89c" providerId="ADAL" clId="{1E685613-085C-417C-ADF2-610F19D55445}" dt="2026-07-07T12:36:45.733" v="673" actId="1037"/>
          <ac:cxnSpMkLst>
            <pc:docMk/>
            <pc:sldMk cId="3954476413" sldId="256"/>
            <ac:cxnSpMk id="53" creationId="{0E949B4E-DC97-C7AC-2E7D-824A1ED1BC3F}"/>
          </ac:cxnSpMkLst>
        </pc:cxnChg>
        <pc:cxnChg chg="add mod">
          <ac:chgData name="Nicolas Rohrbeck" userId="97cf50ec-6fdd-4c3f-be9c-69633257c89c" providerId="ADAL" clId="{1E685613-085C-417C-ADF2-610F19D55445}" dt="2026-07-07T12:43:05.912" v="718" actId="14100"/>
          <ac:cxnSpMkLst>
            <pc:docMk/>
            <pc:sldMk cId="3954476413" sldId="256"/>
            <ac:cxnSpMk id="59" creationId="{283A3742-4DBC-4D49-9CBE-6E55B95897FD}"/>
          </ac:cxnSpMkLst>
        </pc:cxnChg>
        <pc:cxnChg chg="add mod">
          <ac:chgData name="Nicolas Rohrbeck" userId="97cf50ec-6fdd-4c3f-be9c-69633257c89c" providerId="ADAL" clId="{1E685613-085C-417C-ADF2-610F19D55445}" dt="2026-07-07T12:37:59.434" v="685" actId="13822"/>
          <ac:cxnSpMkLst>
            <pc:docMk/>
            <pc:sldMk cId="3954476413" sldId="256"/>
            <ac:cxnSpMk id="61" creationId="{770E27BB-0484-1965-AE64-52F58E28C9BB}"/>
          </ac:cxnSpMkLst>
        </pc:cxnChg>
        <pc:cxnChg chg="add mod">
          <ac:chgData name="Nicolas Rohrbeck" userId="97cf50ec-6fdd-4c3f-be9c-69633257c89c" providerId="ADAL" clId="{1E685613-085C-417C-ADF2-610F19D55445}" dt="2026-07-07T12:39:04.643" v="702" actId="164"/>
          <ac:cxnSpMkLst>
            <pc:docMk/>
            <pc:sldMk cId="3954476413" sldId="256"/>
            <ac:cxnSpMk id="67" creationId="{12624C5E-CAFB-C9AA-76B9-85D3AE554D9B}"/>
          </ac:cxnSpMkLst>
        </pc:cxnChg>
        <pc:cxnChg chg="add mod">
          <ac:chgData name="Nicolas Rohrbeck" userId="97cf50ec-6fdd-4c3f-be9c-69633257c89c" providerId="ADAL" clId="{1E685613-085C-417C-ADF2-610F19D55445}" dt="2026-07-07T12:39:04.643" v="702" actId="164"/>
          <ac:cxnSpMkLst>
            <pc:docMk/>
            <pc:sldMk cId="3954476413" sldId="256"/>
            <ac:cxnSpMk id="69" creationId="{43E25FC5-6BDC-E882-3F39-7B592B53F14A}"/>
          </ac:cxnSpMkLst>
        </pc:cxnChg>
        <pc:cxnChg chg="add mod">
          <ac:chgData name="Nicolas Rohrbeck" userId="97cf50ec-6fdd-4c3f-be9c-69633257c89c" providerId="ADAL" clId="{1E685613-085C-417C-ADF2-610F19D55445}" dt="2026-07-07T12:39:04.643" v="702" actId="164"/>
          <ac:cxnSpMkLst>
            <pc:docMk/>
            <pc:sldMk cId="3954476413" sldId="256"/>
            <ac:cxnSpMk id="72" creationId="{A82963D0-7A78-5467-1AE3-02644204A3C2}"/>
          </ac:cxnSpMkLst>
        </pc:cxnChg>
        <pc:cxnChg chg="add mod">
          <ac:chgData name="Nicolas Rohrbeck" userId="97cf50ec-6fdd-4c3f-be9c-69633257c89c" providerId="ADAL" clId="{1E685613-085C-417C-ADF2-610F19D55445}" dt="2026-07-07T12:39:04.643" v="702" actId="164"/>
          <ac:cxnSpMkLst>
            <pc:docMk/>
            <pc:sldMk cId="3954476413" sldId="256"/>
            <ac:cxnSpMk id="75" creationId="{3D7F4CE9-9021-9575-AC06-2A7E79A3BC51}"/>
          </ac:cxnSpMkLst>
        </pc:cxnChg>
        <pc:cxnChg chg="mod">
          <ac:chgData name="Nicolas Rohrbeck" userId="97cf50ec-6fdd-4c3f-be9c-69633257c89c" providerId="ADAL" clId="{1E685613-085C-417C-ADF2-610F19D55445}" dt="2026-07-07T12:39:09.938" v="703"/>
          <ac:cxnSpMkLst>
            <pc:docMk/>
            <pc:sldMk cId="3954476413" sldId="256"/>
            <ac:cxnSpMk id="78" creationId="{F15B2CC8-0E69-4875-AEBD-6C70F755D6B3}"/>
          </ac:cxnSpMkLst>
        </pc:cxnChg>
        <pc:cxnChg chg="mod">
          <ac:chgData name="Nicolas Rohrbeck" userId="97cf50ec-6fdd-4c3f-be9c-69633257c89c" providerId="ADAL" clId="{1E685613-085C-417C-ADF2-610F19D55445}" dt="2026-07-07T12:39:09.938" v="703"/>
          <ac:cxnSpMkLst>
            <pc:docMk/>
            <pc:sldMk cId="3954476413" sldId="256"/>
            <ac:cxnSpMk id="79" creationId="{2EF01AF0-1122-187E-DA03-E98F02C0CD02}"/>
          </ac:cxnSpMkLst>
        </pc:cxnChg>
        <pc:cxnChg chg="mod">
          <ac:chgData name="Nicolas Rohrbeck" userId="97cf50ec-6fdd-4c3f-be9c-69633257c89c" providerId="ADAL" clId="{1E685613-085C-417C-ADF2-610F19D55445}" dt="2026-07-07T12:39:09.938" v="703"/>
          <ac:cxnSpMkLst>
            <pc:docMk/>
            <pc:sldMk cId="3954476413" sldId="256"/>
            <ac:cxnSpMk id="80" creationId="{44AD80B8-F371-6037-486C-FF27F054A8B9}"/>
          </ac:cxnSpMkLst>
        </pc:cxnChg>
        <pc:cxnChg chg="mod">
          <ac:chgData name="Nicolas Rohrbeck" userId="97cf50ec-6fdd-4c3f-be9c-69633257c89c" providerId="ADAL" clId="{1E685613-085C-417C-ADF2-610F19D55445}" dt="2026-07-07T12:39:09.938" v="703"/>
          <ac:cxnSpMkLst>
            <pc:docMk/>
            <pc:sldMk cId="3954476413" sldId="256"/>
            <ac:cxnSpMk id="81" creationId="{3EE06EEE-57AA-CB35-DD6F-B09A08A5FD3B}"/>
          </ac:cxnSpMkLst>
        </pc:cxnChg>
        <pc:cxnChg chg="add mod">
          <ac:chgData name="Nicolas Rohrbeck" userId="97cf50ec-6fdd-4c3f-be9c-69633257c89c" providerId="ADAL" clId="{1E685613-085C-417C-ADF2-610F19D55445}" dt="2026-07-07T12:39:59.907" v="712" actId="1076"/>
          <ac:cxnSpMkLst>
            <pc:docMk/>
            <pc:sldMk cId="3954476413" sldId="256"/>
            <ac:cxnSpMk id="84" creationId="{DBC7BE20-1612-C418-2E4A-52DC36EB6B54}"/>
          </ac:cxnSpMkLst>
        </pc:cxnChg>
        <pc:cxnChg chg="add mod">
          <ac:chgData name="Nicolas Rohrbeck" userId="97cf50ec-6fdd-4c3f-be9c-69633257c89c" providerId="ADAL" clId="{1E685613-085C-417C-ADF2-610F19D55445}" dt="2026-07-07T12:43:17.973" v="720" actId="13822"/>
          <ac:cxnSpMkLst>
            <pc:docMk/>
            <pc:sldMk cId="3954476413" sldId="256"/>
            <ac:cxnSpMk id="90" creationId="{C6771143-F561-C003-D566-677C2BB7DE92}"/>
          </ac:cxnSpMkLst>
        </pc:cxnChg>
        <pc:cxnChg chg="add mod">
          <ac:chgData name="Nicolas Rohrbeck" userId="97cf50ec-6fdd-4c3f-be9c-69633257c89c" providerId="ADAL" clId="{1E685613-085C-417C-ADF2-610F19D55445}" dt="2026-07-07T12:43:30.421" v="722" actId="13822"/>
          <ac:cxnSpMkLst>
            <pc:docMk/>
            <pc:sldMk cId="3954476413" sldId="256"/>
            <ac:cxnSpMk id="92" creationId="{09BBFC66-3932-4CC8-0406-69F300118293}"/>
          </ac:cxnSpMkLst>
        </pc:cxnChg>
        <pc:cxnChg chg="add mod">
          <ac:chgData name="Nicolas Rohrbeck" userId="97cf50ec-6fdd-4c3f-be9c-69633257c89c" providerId="ADAL" clId="{1E685613-085C-417C-ADF2-610F19D55445}" dt="2026-07-07T13:08:01.135" v="774" actId="14100"/>
          <ac:cxnSpMkLst>
            <pc:docMk/>
            <pc:sldMk cId="3954476413" sldId="256"/>
            <ac:cxnSpMk id="96" creationId="{69C83128-800C-653B-6519-6C7E8F8D00A7}"/>
          </ac:cxnSpMkLst>
        </pc:cxnChg>
        <pc:cxnChg chg="add mod">
          <ac:chgData name="Nicolas Rohrbeck" userId="97cf50ec-6fdd-4c3f-be9c-69633257c89c" providerId="ADAL" clId="{1E685613-085C-417C-ADF2-610F19D55445}" dt="2026-07-07T13:07:53.156" v="771" actId="1076"/>
          <ac:cxnSpMkLst>
            <pc:docMk/>
            <pc:sldMk cId="3954476413" sldId="256"/>
            <ac:cxnSpMk id="101" creationId="{31B8F70D-13BF-3E3F-DFE0-12B9CBDDE123}"/>
          </ac:cxnSpMkLst>
        </pc:cxnChg>
        <pc:cxnChg chg="add mod">
          <ac:chgData name="Nicolas Rohrbeck" userId="97cf50ec-6fdd-4c3f-be9c-69633257c89c" providerId="ADAL" clId="{1E685613-085C-417C-ADF2-610F19D55445}" dt="2026-07-07T13:07:53.156" v="771" actId="1076"/>
          <ac:cxnSpMkLst>
            <pc:docMk/>
            <pc:sldMk cId="3954476413" sldId="256"/>
            <ac:cxnSpMk id="103" creationId="{5B0C6D05-DE21-630E-80A9-AB606770DC40}"/>
          </ac:cxnSpMkLst>
        </pc:cxnChg>
        <pc:cxnChg chg="add mod">
          <ac:chgData name="Nicolas Rohrbeck" userId="97cf50ec-6fdd-4c3f-be9c-69633257c89c" providerId="ADAL" clId="{1E685613-085C-417C-ADF2-610F19D55445}" dt="2026-07-07T15:12:47.085" v="941" actId="14100"/>
          <ac:cxnSpMkLst>
            <pc:docMk/>
            <pc:sldMk cId="3954476413" sldId="256"/>
            <ac:cxnSpMk id="105" creationId="{01301E1C-C359-B978-5161-5B8902268F44}"/>
          </ac:cxnSpMkLst>
        </pc:cxnChg>
        <pc:cxnChg chg="add mod">
          <ac:chgData name="Nicolas Rohrbeck" userId="97cf50ec-6fdd-4c3f-be9c-69633257c89c" providerId="ADAL" clId="{1E685613-085C-417C-ADF2-610F19D55445}" dt="2026-07-07T12:48:17.066" v="753" actId="13822"/>
          <ac:cxnSpMkLst>
            <pc:docMk/>
            <pc:sldMk cId="3954476413" sldId="256"/>
            <ac:cxnSpMk id="109" creationId="{47F5B5D0-2841-FDE3-F5C8-F7B61783B6C3}"/>
          </ac:cxnSpMkLst>
        </pc:cxnChg>
        <pc:cxnChg chg="add mod">
          <ac:chgData name="Nicolas Rohrbeck" userId="97cf50ec-6fdd-4c3f-be9c-69633257c89c" providerId="ADAL" clId="{1E685613-085C-417C-ADF2-610F19D55445}" dt="2026-07-07T12:48:30.757" v="757" actId="13822"/>
          <ac:cxnSpMkLst>
            <pc:docMk/>
            <pc:sldMk cId="3954476413" sldId="256"/>
            <ac:cxnSpMk id="111" creationId="{6A4B3274-9827-E3C4-D1C9-0E0039638959}"/>
          </ac:cxnSpMkLst>
        </pc:cxnChg>
        <pc:cxnChg chg="add mod">
          <ac:chgData name="Nicolas Rohrbeck" userId="97cf50ec-6fdd-4c3f-be9c-69633257c89c" providerId="ADAL" clId="{1E685613-085C-417C-ADF2-610F19D55445}" dt="2026-07-07T12:48:28.982" v="756" actId="13822"/>
          <ac:cxnSpMkLst>
            <pc:docMk/>
            <pc:sldMk cId="3954476413" sldId="256"/>
            <ac:cxnSpMk id="113" creationId="{0817EBD8-6E62-6A6D-A2B5-FAEED00537EF}"/>
          </ac:cxnSpMkLst>
        </pc:cxnChg>
        <pc:cxnChg chg="add mod">
          <ac:chgData name="Nicolas Rohrbeck" userId="97cf50ec-6fdd-4c3f-be9c-69633257c89c" providerId="ADAL" clId="{1E685613-085C-417C-ADF2-610F19D55445}" dt="2026-07-07T12:48:38.761" v="759" actId="13822"/>
          <ac:cxnSpMkLst>
            <pc:docMk/>
            <pc:sldMk cId="3954476413" sldId="256"/>
            <ac:cxnSpMk id="115" creationId="{8B24EA71-02A5-0A1D-8803-0E8B072A4AB6}"/>
          </ac:cxnSpMkLst>
        </pc:cxnChg>
        <pc:cxnChg chg="add mod">
          <ac:chgData name="Nicolas Rohrbeck" userId="97cf50ec-6fdd-4c3f-be9c-69633257c89c" providerId="ADAL" clId="{1E685613-085C-417C-ADF2-610F19D55445}" dt="2026-07-07T12:48:49.955" v="761" actId="13822"/>
          <ac:cxnSpMkLst>
            <pc:docMk/>
            <pc:sldMk cId="3954476413" sldId="256"/>
            <ac:cxnSpMk id="117" creationId="{2D73D218-401F-950A-B91B-CAA6FD0DECE9}"/>
          </ac:cxnSpMkLst>
        </pc:cxnChg>
        <pc:cxnChg chg="add mod">
          <ac:chgData name="Nicolas Rohrbeck" userId="97cf50ec-6fdd-4c3f-be9c-69633257c89c" providerId="ADAL" clId="{1E685613-085C-417C-ADF2-610F19D55445}" dt="2026-07-07T13:08:12.144" v="777" actId="13822"/>
          <ac:cxnSpMkLst>
            <pc:docMk/>
            <pc:sldMk cId="3954476413" sldId="256"/>
            <ac:cxnSpMk id="128" creationId="{A4AFE43B-621A-68DB-3459-91E0C5124A11}"/>
          </ac:cxnSpMkLst>
        </pc:cxnChg>
        <pc:cxnChg chg="add mod">
          <ac:chgData name="Nicolas Rohrbeck" userId="97cf50ec-6fdd-4c3f-be9c-69633257c89c" providerId="ADAL" clId="{1E685613-085C-417C-ADF2-610F19D55445}" dt="2026-07-07T13:10:57.376" v="834" actId="13822"/>
          <ac:cxnSpMkLst>
            <pc:docMk/>
            <pc:sldMk cId="3954476413" sldId="256"/>
            <ac:cxnSpMk id="134" creationId="{3A3C5CCF-1526-5851-98DC-A3D4623A2BA7}"/>
          </ac:cxnSpMkLst>
        </pc:cxnChg>
        <pc:cxnChg chg="add mod">
          <ac:chgData name="Nicolas Rohrbeck" userId="97cf50ec-6fdd-4c3f-be9c-69633257c89c" providerId="ADAL" clId="{1E685613-085C-417C-ADF2-610F19D55445}" dt="2026-07-07T13:11:06.583" v="837" actId="13822"/>
          <ac:cxnSpMkLst>
            <pc:docMk/>
            <pc:sldMk cId="3954476413" sldId="256"/>
            <ac:cxnSpMk id="137" creationId="{3E5AAAEC-ADD7-0791-1825-5804EFEE3E3D}"/>
          </ac:cxnSpMkLst>
        </pc:cxnChg>
        <pc:cxnChg chg="add mod">
          <ac:chgData name="Nicolas Rohrbeck" userId="97cf50ec-6fdd-4c3f-be9c-69633257c89c" providerId="ADAL" clId="{1E685613-085C-417C-ADF2-610F19D55445}" dt="2026-07-07T15:05:51.409" v="856" actId="14100"/>
          <ac:cxnSpMkLst>
            <pc:docMk/>
            <pc:sldMk cId="3954476413" sldId="256"/>
            <ac:cxnSpMk id="139" creationId="{48FA4233-7D04-0BBA-E6FC-8AA04E98A32E}"/>
          </ac:cxnSpMkLst>
        </pc:cxnChg>
        <pc:cxnChg chg="add mod">
          <ac:chgData name="Nicolas Rohrbeck" userId="97cf50ec-6fdd-4c3f-be9c-69633257c89c" providerId="ADAL" clId="{1E685613-085C-417C-ADF2-610F19D55445}" dt="2026-07-07T15:06:12.126" v="864" actId="14100"/>
          <ac:cxnSpMkLst>
            <pc:docMk/>
            <pc:sldMk cId="3954476413" sldId="256"/>
            <ac:cxnSpMk id="141" creationId="{99575018-BE76-F531-1953-099E1038DCB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E096-C9D0-4EA9-4155-5E9E10A09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A5436-E8C5-1F4F-B958-837471285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8990E-9C9B-1FA9-FE6B-E1D1C659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ACED0-6493-B2EF-422F-C6CCF50F6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0C3FF-656B-E36A-4DA2-42F11B42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92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1B40-25C8-67F5-4D76-F7A77147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43D0-98BC-FD85-1D52-719B1188B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24DEC-6F67-E14B-C477-061EE557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AE22E-FD21-8671-CCC6-83FF5D03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ED1E-B211-28FE-76AE-035C55DC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9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76120-A47B-298F-1CF2-47180839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0B11D-3E62-D615-DCD8-E37DF8E23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F5DDA-CD2E-F2B9-3F43-5AFFADFC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AE0F6-4814-9229-79DF-BE9257D1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F63BA-7EAC-9092-71CD-5DE1D618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50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3D78-D211-88BF-2FA9-659CBBF3E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0E29-802E-C35D-EAED-2F5CBE99F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7CAF-C431-FDF1-269E-C0A2EFB74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4FFF0-411E-EDFC-F492-B8F4E488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4B5CE-48B7-103B-0514-D532CC19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AEB9A-62C1-A317-CEEC-4F25135F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87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03F9-6EB1-86A4-9491-6A0C68E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8DEA8-FC93-BBC2-9CF5-4CFB791F1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7A7C9-D5CC-2B99-502E-9A91CDCCA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96000-779E-B13A-A660-B224DC5D6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36366-5226-B921-9250-4559E8FD2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EDFC0-2F76-23E7-0751-A3B82102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7EEF4-D5B0-9D01-AA44-AB08540D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A34AC-B191-5A3D-2E85-477E1870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33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4C7F-CB9D-3376-CD23-ED2BD1C6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040B2A-49C2-4865-F9A7-B0301799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B1EB7-AA77-B29F-B94C-13247A1E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394C2-A53B-BE66-F8A7-EB6194AF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84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3D769-D340-F43D-E442-8E8FA894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84C4E-2999-255F-6C2B-4A265B8A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9886B-7F44-315B-E84F-D3F4EF53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2224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F369-A8F5-0531-2BB6-F48DCFC1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0D3C7-5F0E-5532-84C0-3B2FB1DE1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F3C87-6272-8759-4729-6AFB483C3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A31ED-CFD0-9CAD-1414-8829F609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DB774-0459-CC5E-F05B-7BC622E0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82A85-AD71-BB28-5234-C4752E7A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0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8F43-6BF5-EF6E-3A94-11587896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B1A1C-4A00-CD99-2EDD-51077567D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D45AD-3263-1BC7-7CB7-33C7D0DC0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8D501-C0F0-E80F-B387-E35711B6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D42DD-6E8E-FEDB-A534-8DEC900C5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95D1D-DF72-D839-0294-E6259434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3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CD9E-5576-95DF-2984-9DB6598C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53C24-A338-480E-F5B5-44109DAF9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CE19-065F-31A5-AB1F-EE0014A8B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BE690-8F85-9873-8EA9-ACDAF214D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13EEC-3A73-DC5B-5D70-55500938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94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965BA-04A5-ACF7-48ED-DB941D240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7D03B-B6BA-5679-620A-CD7A18944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CFDFE-DE15-E357-1019-3A554345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65650-B7FC-12B8-2265-18ED9179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C38B1-633A-4A2E-0605-1516EC1B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011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585705-BBB8-6244-9656-1EFCA9F3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6DD6E-CA62-E3E8-2B58-54DDB4364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BFA1-CBC9-F4E1-C7C2-6481BFC47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6699B-66E7-4734-8818-24801E235258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033E0-D6BE-61E1-06D0-9084C199C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F6501-8AFD-8DBD-52D2-07075E226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A1321-5096-45E5-826C-D1AF3A3613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693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2620F1-CBE6-5322-8BB8-A9F1FAD6B9CE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9086846" y="3006172"/>
            <a:ext cx="9874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rapezoid 93">
            <a:extLst>
              <a:ext uri="{FF2B5EF4-FFF2-40B4-BE49-F238E27FC236}">
                <a16:creationId xmlns:a16="http://schemas.microsoft.com/office/drawing/2014/main" id="{B544E935-2616-F073-E8DD-A168989DF2F2}"/>
              </a:ext>
            </a:extLst>
          </p:cNvPr>
          <p:cNvSpPr/>
          <p:nvPr/>
        </p:nvSpPr>
        <p:spPr>
          <a:xfrm rot="10800000">
            <a:off x="6773467" y="4247854"/>
            <a:ext cx="238125" cy="223835"/>
          </a:xfrm>
          <a:prstGeom prst="trapezoi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3FFCE9-B90F-66B4-FA0E-2CE45E8E7A21}"/>
              </a:ext>
            </a:extLst>
          </p:cNvPr>
          <p:cNvCxnSpPr>
            <a:cxnSpLocks/>
          </p:cNvCxnSpPr>
          <p:nvPr/>
        </p:nvCxnSpPr>
        <p:spPr>
          <a:xfrm>
            <a:off x="5432824" y="4143375"/>
            <a:ext cx="0" cy="18573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373C44FC-C343-1B0B-3F83-EBAB20BA8D07}"/>
              </a:ext>
            </a:extLst>
          </p:cNvPr>
          <p:cNvSpPr/>
          <p:nvPr/>
        </p:nvSpPr>
        <p:spPr>
          <a:xfrm>
            <a:off x="962025" y="2724150"/>
            <a:ext cx="752475" cy="2438400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34863082-81CD-8F79-9025-0D7E290F3725}"/>
              </a:ext>
            </a:extLst>
          </p:cNvPr>
          <p:cNvSpPr/>
          <p:nvPr/>
        </p:nvSpPr>
        <p:spPr>
          <a:xfrm>
            <a:off x="962025" y="2396165"/>
            <a:ext cx="752475" cy="513721"/>
          </a:xfrm>
          <a:custGeom>
            <a:avLst/>
            <a:gdLst>
              <a:gd name="csX0" fmla="*/ 0 w 742950"/>
              <a:gd name="csY0" fmla="*/ 657225 h 657225"/>
              <a:gd name="csX1" fmla="*/ 288134 w 742950"/>
              <a:gd name="csY1" fmla="*/ 0 h 657225"/>
              <a:gd name="csX2" fmla="*/ 454816 w 742950"/>
              <a:gd name="csY2" fmla="*/ 0 h 657225"/>
              <a:gd name="csX3" fmla="*/ 742950 w 742950"/>
              <a:gd name="csY3" fmla="*/ 657225 h 657225"/>
              <a:gd name="csX4" fmla="*/ 0 w 742950"/>
              <a:gd name="csY4" fmla="*/ 657225 h 657225"/>
              <a:gd name="csX0" fmla="*/ 0 w 742950"/>
              <a:gd name="csY0" fmla="*/ 657225 h 762066"/>
              <a:gd name="csX1" fmla="*/ 288134 w 742950"/>
              <a:gd name="csY1" fmla="*/ 0 h 762066"/>
              <a:gd name="csX2" fmla="*/ 454816 w 742950"/>
              <a:gd name="csY2" fmla="*/ 0 h 762066"/>
              <a:gd name="csX3" fmla="*/ 742950 w 742950"/>
              <a:gd name="csY3" fmla="*/ 657225 h 762066"/>
              <a:gd name="csX4" fmla="*/ 380999 w 742950"/>
              <a:gd name="csY4" fmla="*/ 762000 h 762066"/>
              <a:gd name="csX5" fmla="*/ 0 w 742950"/>
              <a:gd name="csY5" fmla="*/ 657225 h 762066"/>
              <a:gd name="csX0" fmla="*/ 0 w 762000"/>
              <a:gd name="csY0" fmla="*/ 657225 h 762066"/>
              <a:gd name="csX1" fmla="*/ 307184 w 762000"/>
              <a:gd name="csY1" fmla="*/ 0 h 762066"/>
              <a:gd name="csX2" fmla="*/ 473866 w 762000"/>
              <a:gd name="csY2" fmla="*/ 0 h 762066"/>
              <a:gd name="csX3" fmla="*/ 762000 w 762000"/>
              <a:gd name="csY3" fmla="*/ 657225 h 762066"/>
              <a:gd name="csX4" fmla="*/ 400049 w 762000"/>
              <a:gd name="csY4" fmla="*/ 762000 h 762066"/>
              <a:gd name="csX5" fmla="*/ 0 w 762000"/>
              <a:gd name="csY5" fmla="*/ 657225 h 762066"/>
              <a:gd name="csX0" fmla="*/ 0 w 762000"/>
              <a:gd name="csY0" fmla="*/ 657225 h 762066"/>
              <a:gd name="csX1" fmla="*/ 307184 w 762000"/>
              <a:gd name="csY1" fmla="*/ 0 h 762066"/>
              <a:gd name="csX2" fmla="*/ 473866 w 762000"/>
              <a:gd name="csY2" fmla="*/ 0 h 762066"/>
              <a:gd name="csX3" fmla="*/ 762000 w 762000"/>
              <a:gd name="csY3" fmla="*/ 657225 h 762066"/>
              <a:gd name="csX4" fmla="*/ 400049 w 762000"/>
              <a:gd name="csY4" fmla="*/ 762000 h 762066"/>
              <a:gd name="csX5" fmla="*/ 0 w 762000"/>
              <a:gd name="csY5" fmla="*/ 657225 h 762066"/>
              <a:gd name="csX0" fmla="*/ 0 w 781050"/>
              <a:gd name="csY0" fmla="*/ 657225 h 762066"/>
              <a:gd name="csX1" fmla="*/ 307184 w 781050"/>
              <a:gd name="csY1" fmla="*/ 0 h 762066"/>
              <a:gd name="csX2" fmla="*/ 473866 w 781050"/>
              <a:gd name="csY2" fmla="*/ 0 h 762066"/>
              <a:gd name="csX3" fmla="*/ 781050 w 781050"/>
              <a:gd name="csY3" fmla="*/ 657225 h 762066"/>
              <a:gd name="csX4" fmla="*/ 400049 w 781050"/>
              <a:gd name="csY4" fmla="*/ 762000 h 762066"/>
              <a:gd name="csX5" fmla="*/ 0 w 781050"/>
              <a:gd name="csY5" fmla="*/ 657225 h 762066"/>
              <a:gd name="csX0" fmla="*/ 0 w 781050"/>
              <a:gd name="csY0" fmla="*/ 657225 h 762133"/>
              <a:gd name="csX1" fmla="*/ 307184 w 781050"/>
              <a:gd name="csY1" fmla="*/ 0 h 762133"/>
              <a:gd name="csX2" fmla="*/ 473866 w 781050"/>
              <a:gd name="csY2" fmla="*/ 0 h 762133"/>
              <a:gd name="csX3" fmla="*/ 781050 w 781050"/>
              <a:gd name="csY3" fmla="*/ 657225 h 762133"/>
              <a:gd name="csX4" fmla="*/ 400049 w 781050"/>
              <a:gd name="csY4" fmla="*/ 762000 h 762133"/>
              <a:gd name="csX5" fmla="*/ 0 w 781050"/>
              <a:gd name="csY5" fmla="*/ 657225 h 762133"/>
              <a:gd name="csX0" fmla="*/ 0 w 781050"/>
              <a:gd name="csY0" fmla="*/ 657225 h 762133"/>
              <a:gd name="csX1" fmla="*/ 307184 w 781050"/>
              <a:gd name="csY1" fmla="*/ 0 h 762133"/>
              <a:gd name="csX2" fmla="*/ 473866 w 781050"/>
              <a:gd name="csY2" fmla="*/ 0 h 762133"/>
              <a:gd name="csX3" fmla="*/ 781050 w 781050"/>
              <a:gd name="csY3" fmla="*/ 657225 h 762133"/>
              <a:gd name="csX4" fmla="*/ 400049 w 781050"/>
              <a:gd name="csY4" fmla="*/ 762000 h 762133"/>
              <a:gd name="csX5" fmla="*/ 0 w 781050"/>
              <a:gd name="csY5" fmla="*/ 657225 h 762133"/>
              <a:gd name="csX0" fmla="*/ 0 w 781050"/>
              <a:gd name="csY0" fmla="*/ 657225 h 762133"/>
              <a:gd name="csX1" fmla="*/ 307184 w 781050"/>
              <a:gd name="csY1" fmla="*/ 0 h 762133"/>
              <a:gd name="csX2" fmla="*/ 473866 w 781050"/>
              <a:gd name="csY2" fmla="*/ 0 h 762133"/>
              <a:gd name="csX3" fmla="*/ 781050 w 781050"/>
              <a:gd name="csY3" fmla="*/ 657225 h 762133"/>
              <a:gd name="csX4" fmla="*/ 400049 w 781050"/>
              <a:gd name="csY4" fmla="*/ 762000 h 762133"/>
              <a:gd name="csX5" fmla="*/ 0 w 781050"/>
              <a:gd name="csY5" fmla="*/ 657225 h 762133"/>
              <a:gd name="csX0" fmla="*/ 0 w 781050"/>
              <a:gd name="csY0" fmla="*/ 657225 h 762133"/>
              <a:gd name="csX1" fmla="*/ 307184 w 781050"/>
              <a:gd name="csY1" fmla="*/ 0 h 762133"/>
              <a:gd name="csX2" fmla="*/ 473866 w 781050"/>
              <a:gd name="csY2" fmla="*/ 0 h 762133"/>
              <a:gd name="csX3" fmla="*/ 781050 w 781050"/>
              <a:gd name="csY3" fmla="*/ 657225 h 762133"/>
              <a:gd name="csX4" fmla="*/ 400049 w 781050"/>
              <a:gd name="csY4" fmla="*/ 762000 h 762133"/>
              <a:gd name="csX5" fmla="*/ 0 w 781050"/>
              <a:gd name="csY5" fmla="*/ 657225 h 762133"/>
              <a:gd name="csX0" fmla="*/ 0 w 781050"/>
              <a:gd name="csY0" fmla="*/ 657225 h 762133"/>
              <a:gd name="csX1" fmla="*/ 307184 w 781050"/>
              <a:gd name="csY1" fmla="*/ 0 h 762133"/>
              <a:gd name="csX2" fmla="*/ 473866 w 781050"/>
              <a:gd name="csY2" fmla="*/ 0 h 762133"/>
              <a:gd name="csX3" fmla="*/ 781050 w 781050"/>
              <a:gd name="csY3" fmla="*/ 657225 h 762133"/>
              <a:gd name="csX4" fmla="*/ 400049 w 781050"/>
              <a:gd name="csY4" fmla="*/ 762000 h 762133"/>
              <a:gd name="csX5" fmla="*/ 0 w 781050"/>
              <a:gd name="csY5" fmla="*/ 657225 h 762133"/>
              <a:gd name="csX0" fmla="*/ 0 w 795694"/>
              <a:gd name="csY0" fmla="*/ 657225 h 762133"/>
              <a:gd name="csX1" fmla="*/ 321828 w 795694"/>
              <a:gd name="csY1" fmla="*/ 0 h 762133"/>
              <a:gd name="csX2" fmla="*/ 488510 w 795694"/>
              <a:gd name="csY2" fmla="*/ 0 h 762133"/>
              <a:gd name="csX3" fmla="*/ 795694 w 795694"/>
              <a:gd name="csY3" fmla="*/ 657225 h 762133"/>
              <a:gd name="csX4" fmla="*/ 414693 w 795694"/>
              <a:gd name="csY4" fmla="*/ 762000 h 762133"/>
              <a:gd name="csX5" fmla="*/ 0 w 795694"/>
              <a:gd name="csY5" fmla="*/ 657225 h 762133"/>
              <a:gd name="csX0" fmla="*/ 0 w 785931"/>
              <a:gd name="csY0" fmla="*/ 652463 h 762133"/>
              <a:gd name="csX1" fmla="*/ 312065 w 785931"/>
              <a:gd name="csY1" fmla="*/ 0 h 762133"/>
              <a:gd name="csX2" fmla="*/ 478747 w 785931"/>
              <a:gd name="csY2" fmla="*/ 0 h 762133"/>
              <a:gd name="csX3" fmla="*/ 785931 w 785931"/>
              <a:gd name="csY3" fmla="*/ 657225 h 762133"/>
              <a:gd name="csX4" fmla="*/ 404930 w 785931"/>
              <a:gd name="csY4" fmla="*/ 762000 h 762133"/>
              <a:gd name="csX5" fmla="*/ 0 w 785931"/>
              <a:gd name="csY5" fmla="*/ 652463 h 762133"/>
              <a:gd name="csX0" fmla="*/ 0 w 785931"/>
              <a:gd name="csY0" fmla="*/ 652463 h 762133"/>
              <a:gd name="csX1" fmla="*/ 312065 w 785931"/>
              <a:gd name="csY1" fmla="*/ 0 h 762133"/>
              <a:gd name="csX2" fmla="*/ 478747 w 785931"/>
              <a:gd name="csY2" fmla="*/ 0 h 762133"/>
              <a:gd name="csX3" fmla="*/ 785931 w 785931"/>
              <a:gd name="csY3" fmla="*/ 657225 h 762133"/>
              <a:gd name="csX4" fmla="*/ 404930 w 785931"/>
              <a:gd name="csY4" fmla="*/ 762000 h 762133"/>
              <a:gd name="csX5" fmla="*/ 0 w 785931"/>
              <a:gd name="csY5" fmla="*/ 652463 h 762133"/>
              <a:gd name="csX0" fmla="*/ 0 w 785931"/>
              <a:gd name="csY0" fmla="*/ 633413 h 762133"/>
              <a:gd name="csX1" fmla="*/ 312065 w 785931"/>
              <a:gd name="csY1" fmla="*/ 0 h 762133"/>
              <a:gd name="csX2" fmla="*/ 478747 w 785931"/>
              <a:gd name="csY2" fmla="*/ 0 h 762133"/>
              <a:gd name="csX3" fmla="*/ 785931 w 785931"/>
              <a:gd name="csY3" fmla="*/ 657225 h 762133"/>
              <a:gd name="csX4" fmla="*/ 404930 w 785931"/>
              <a:gd name="csY4" fmla="*/ 762000 h 762133"/>
              <a:gd name="csX5" fmla="*/ 0 w 785931"/>
              <a:gd name="csY5" fmla="*/ 633413 h 762133"/>
              <a:gd name="csX0" fmla="*/ 0 w 785931"/>
              <a:gd name="csY0" fmla="*/ 633413 h 763964"/>
              <a:gd name="csX1" fmla="*/ 312065 w 785931"/>
              <a:gd name="csY1" fmla="*/ 0 h 763964"/>
              <a:gd name="csX2" fmla="*/ 478747 w 785931"/>
              <a:gd name="csY2" fmla="*/ 0 h 763964"/>
              <a:gd name="csX3" fmla="*/ 785931 w 785931"/>
              <a:gd name="csY3" fmla="*/ 657225 h 763964"/>
              <a:gd name="csX4" fmla="*/ 404930 w 785931"/>
              <a:gd name="csY4" fmla="*/ 762000 h 763964"/>
              <a:gd name="csX5" fmla="*/ 0 w 785931"/>
              <a:gd name="csY5" fmla="*/ 633413 h 763964"/>
              <a:gd name="csX0" fmla="*/ 0 w 785931"/>
              <a:gd name="csY0" fmla="*/ 633413 h 763964"/>
              <a:gd name="csX1" fmla="*/ 312065 w 785931"/>
              <a:gd name="csY1" fmla="*/ 0 h 763964"/>
              <a:gd name="csX2" fmla="*/ 478747 w 785931"/>
              <a:gd name="csY2" fmla="*/ 0 h 763964"/>
              <a:gd name="csX3" fmla="*/ 785931 w 785931"/>
              <a:gd name="csY3" fmla="*/ 657225 h 763964"/>
              <a:gd name="csX4" fmla="*/ 404930 w 785931"/>
              <a:gd name="csY4" fmla="*/ 762000 h 763964"/>
              <a:gd name="csX5" fmla="*/ 0 w 785931"/>
              <a:gd name="csY5" fmla="*/ 633413 h 763964"/>
              <a:gd name="csX0" fmla="*/ 0 w 785931"/>
              <a:gd name="csY0" fmla="*/ 634417 h 764968"/>
              <a:gd name="csX1" fmla="*/ 312065 w 785931"/>
              <a:gd name="csY1" fmla="*/ 1004 h 764968"/>
              <a:gd name="csX2" fmla="*/ 478747 w 785931"/>
              <a:gd name="csY2" fmla="*/ 1004 h 764968"/>
              <a:gd name="csX3" fmla="*/ 785931 w 785931"/>
              <a:gd name="csY3" fmla="*/ 658229 h 764968"/>
              <a:gd name="csX4" fmla="*/ 404930 w 785931"/>
              <a:gd name="csY4" fmla="*/ 763004 h 764968"/>
              <a:gd name="csX5" fmla="*/ 0 w 785931"/>
              <a:gd name="csY5" fmla="*/ 634417 h 764968"/>
              <a:gd name="csX0" fmla="*/ 0 w 785931"/>
              <a:gd name="csY0" fmla="*/ 634417 h 764968"/>
              <a:gd name="csX1" fmla="*/ 312065 w 785931"/>
              <a:gd name="csY1" fmla="*/ 1004 h 764968"/>
              <a:gd name="csX2" fmla="*/ 478747 w 785931"/>
              <a:gd name="csY2" fmla="*/ 1004 h 764968"/>
              <a:gd name="csX3" fmla="*/ 785931 w 785931"/>
              <a:gd name="csY3" fmla="*/ 658229 h 764968"/>
              <a:gd name="csX4" fmla="*/ 404930 w 785931"/>
              <a:gd name="csY4" fmla="*/ 763004 h 764968"/>
              <a:gd name="csX5" fmla="*/ 0 w 785931"/>
              <a:gd name="csY5" fmla="*/ 634417 h 764968"/>
              <a:gd name="csX0" fmla="*/ 0 w 785931"/>
              <a:gd name="csY0" fmla="*/ 634417 h 763004"/>
              <a:gd name="csX1" fmla="*/ 312065 w 785931"/>
              <a:gd name="csY1" fmla="*/ 1004 h 763004"/>
              <a:gd name="csX2" fmla="*/ 478747 w 785931"/>
              <a:gd name="csY2" fmla="*/ 1004 h 763004"/>
              <a:gd name="csX3" fmla="*/ 785931 w 785931"/>
              <a:gd name="csY3" fmla="*/ 658229 h 763004"/>
              <a:gd name="csX4" fmla="*/ 404930 w 785931"/>
              <a:gd name="csY4" fmla="*/ 763004 h 763004"/>
              <a:gd name="csX5" fmla="*/ 0 w 785931"/>
              <a:gd name="csY5" fmla="*/ 634417 h 763004"/>
              <a:gd name="csX0" fmla="*/ 0 w 786503"/>
              <a:gd name="csY0" fmla="*/ 633412 h 761999"/>
              <a:gd name="csX1" fmla="*/ 312065 w 786503"/>
              <a:gd name="csY1" fmla="*/ -1 h 761999"/>
              <a:gd name="csX2" fmla="*/ 478747 w 786503"/>
              <a:gd name="csY2" fmla="*/ -1 h 761999"/>
              <a:gd name="csX3" fmla="*/ 785931 w 786503"/>
              <a:gd name="csY3" fmla="*/ 657224 h 761999"/>
              <a:gd name="csX4" fmla="*/ 404930 w 786503"/>
              <a:gd name="csY4" fmla="*/ 761999 h 761999"/>
              <a:gd name="csX5" fmla="*/ 0 w 786503"/>
              <a:gd name="csY5" fmla="*/ 633412 h 761999"/>
              <a:gd name="csX0" fmla="*/ 0 w 786503"/>
              <a:gd name="csY0" fmla="*/ 633414 h 791066"/>
              <a:gd name="csX1" fmla="*/ 312065 w 786503"/>
              <a:gd name="csY1" fmla="*/ 1 h 791066"/>
              <a:gd name="csX2" fmla="*/ 478747 w 786503"/>
              <a:gd name="csY2" fmla="*/ 1 h 791066"/>
              <a:gd name="csX3" fmla="*/ 785931 w 786503"/>
              <a:gd name="csY3" fmla="*/ 657226 h 791066"/>
              <a:gd name="csX4" fmla="*/ 404930 w 786503"/>
              <a:gd name="csY4" fmla="*/ 791066 h 791066"/>
              <a:gd name="csX5" fmla="*/ 0 w 786503"/>
              <a:gd name="csY5" fmla="*/ 633414 h 791066"/>
              <a:gd name="csX0" fmla="*/ 0 w 786503"/>
              <a:gd name="csY0" fmla="*/ 633412 h 783797"/>
              <a:gd name="csX1" fmla="*/ 312065 w 786503"/>
              <a:gd name="csY1" fmla="*/ -1 h 783797"/>
              <a:gd name="csX2" fmla="*/ 478747 w 786503"/>
              <a:gd name="csY2" fmla="*/ -1 h 783797"/>
              <a:gd name="csX3" fmla="*/ 785931 w 786503"/>
              <a:gd name="csY3" fmla="*/ 657224 h 783797"/>
              <a:gd name="csX4" fmla="*/ 394975 w 786503"/>
              <a:gd name="csY4" fmla="*/ 783797 h 783797"/>
              <a:gd name="csX5" fmla="*/ 0 w 786503"/>
              <a:gd name="csY5" fmla="*/ 633412 h 783797"/>
              <a:gd name="csX0" fmla="*/ 0 w 776547"/>
              <a:gd name="csY0" fmla="*/ 662479 h 783799"/>
              <a:gd name="csX1" fmla="*/ 302109 w 776547"/>
              <a:gd name="csY1" fmla="*/ 1 h 783799"/>
              <a:gd name="csX2" fmla="*/ 468791 w 776547"/>
              <a:gd name="csY2" fmla="*/ 1 h 783799"/>
              <a:gd name="csX3" fmla="*/ 775975 w 776547"/>
              <a:gd name="csY3" fmla="*/ 657226 h 783799"/>
              <a:gd name="csX4" fmla="*/ 385019 w 776547"/>
              <a:gd name="csY4" fmla="*/ 783799 h 783799"/>
              <a:gd name="csX5" fmla="*/ 0 w 776547"/>
              <a:gd name="csY5" fmla="*/ 662479 h 783799"/>
              <a:gd name="csX0" fmla="*/ 0 w 786503"/>
              <a:gd name="csY0" fmla="*/ 640678 h 783797"/>
              <a:gd name="csX1" fmla="*/ 312065 w 786503"/>
              <a:gd name="csY1" fmla="*/ -1 h 783797"/>
              <a:gd name="csX2" fmla="*/ 478747 w 786503"/>
              <a:gd name="csY2" fmla="*/ -1 h 783797"/>
              <a:gd name="csX3" fmla="*/ 785931 w 786503"/>
              <a:gd name="csY3" fmla="*/ 657224 h 783797"/>
              <a:gd name="csX4" fmla="*/ 394975 w 786503"/>
              <a:gd name="csY4" fmla="*/ 783797 h 783797"/>
              <a:gd name="csX5" fmla="*/ 0 w 786503"/>
              <a:gd name="csY5" fmla="*/ 640678 h 7837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86503" h="783797">
                <a:moveTo>
                  <a:pt x="0" y="640678"/>
                </a:moveTo>
                <a:cubicBezTo>
                  <a:pt x="25254" y="345403"/>
                  <a:pt x="-29527" y="23811"/>
                  <a:pt x="312065" y="-1"/>
                </a:cubicBezTo>
                <a:lnTo>
                  <a:pt x="478747" y="-1"/>
                </a:lnTo>
                <a:cubicBezTo>
                  <a:pt x="820339" y="14276"/>
                  <a:pt x="784783" y="380999"/>
                  <a:pt x="785931" y="657224"/>
                </a:cubicBezTo>
                <a:cubicBezTo>
                  <a:pt x="653215" y="777874"/>
                  <a:pt x="561265" y="756499"/>
                  <a:pt x="394975" y="783797"/>
                </a:cubicBezTo>
                <a:cubicBezTo>
                  <a:pt x="198760" y="762211"/>
                  <a:pt x="90487" y="775616"/>
                  <a:pt x="0" y="64067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Ar</a:t>
            </a:r>
            <a:endParaRPr lang="de-DE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26838F83-84BE-9957-1056-E8C374CF2196}"/>
              </a:ext>
            </a:extLst>
          </p:cNvPr>
          <p:cNvSpPr/>
          <p:nvPr/>
        </p:nvSpPr>
        <p:spPr>
          <a:xfrm>
            <a:off x="4391024" y="2324100"/>
            <a:ext cx="3209925" cy="2028825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CCEDA6-9081-3D4C-DF46-715452477BE1}"/>
              </a:ext>
            </a:extLst>
          </p:cNvPr>
          <p:cNvSpPr/>
          <p:nvPr/>
        </p:nvSpPr>
        <p:spPr>
          <a:xfrm>
            <a:off x="5200647" y="2157410"/>
            <a:ext cx="1590675" cy="781051"/>
          </a:xfrm>
          <a:prstGeom prst="roundRect">
            <a:avLst/>
          </a:prstGeom>
          <a:scene3d>
            <a:camera prst="orthographicFront">
              <a:rot lat="3900000" lon="21599947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12A22F-EFB9-685D-7510-7BF502EF76F6}"/>
              </a:ext>
            </a:extLst>
          </p:cNvPr>
          <p:cNvSpPr/>
          <p:nvPr/>
        </p:nvSpPr>
        <p:spPr>
          <a:xfrm>
            <a:off x="3709986" y="2859881"/>
            <a:ext cx="1590675" cy="1138238"/>
          </a:xfrm>
          <a:prstGeom prst="roundRect">
            <a:avLst/>
          </a:prstGeom>
          <a:scene3d>
            <a:camera prst="orthographicFront">
              <a:rot lat="0" lon="16499975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34DD5DFA-F8DC-8A0E-78CF-6E9E673A3D65}"/>
              </a:ext>
            </a:extLst>
          </p:cNvPr>
          <p:cNvSpPr/>
          <p:nvPr/>
        </p:nvSpPr>
        <p:spPr>
          <a:xfrm rot="5400000">
            <a:off x="3936204" y="3088482"/>
            <a:ext cx="357190" cy="681037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F632DD04-E8CB-8E50-1D55-E87FF86B645F}"/>
              </a:ext>
            </a:extLst>
          </p:cNvPr>
          <p:cNvSpPr/>
          <p:nvPr/>
        </p:nvSpPr>
        <p:spPr>
          <a:xfrm>
            <a:off x="4743450" y="2324100"/>
            <a:ext cx="238125" cy="223835"/>
          </a:xfrm>
          <a:prstGeom prst="trapezoi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CA1C4462-8715-9F2E-F717-0E99444656B3}"/>
              </a:ext>
            </a:extLst>
          </p:cNvPr>
          <p:cNvSpPr/>
          <p:nvPr/>
        </p:nvSpPr>
        <p:spPr>
          <a:xfrm>
            <a:off x="1219199" y="2195513"/>
            <a:ext cx="238125" cy="223835"/>
          </a:xfrm>
          <a:prstGeom prst="trapezoi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CDCD4-CBB7-760C-92E9-52FE993CE1DC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1338261" y="1854995"/>
            <a:ext cx="1" cy="3405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832713-3E2C-B974-4332-D9E10305D73B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4862513" y="1854995"/>
            <a:ext cx="0" cy="4691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06DC0C-4DE3-E034-A1EB-2F0FA2BB14EF}"/>
              </a:ext>
            </a:extLst>
          </p:cNvPr>
          <p:cNvCxnSpPr>
            <a:cxnSpLocks/>
          </p:cNvCxnSpPr>
          <p:nvPr/>
        </p:nvCxnSpPr>
        <p:spPr>
          <a:xfrm>
            <a:off x="1326355" y="1854995"/>
            <a:ext cx="35480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E0DC30-C012-6F41-080F-CD11A5C3DE10}"/>
              </a:ext>
            </a:extLst>
          </p:cNvPr>
          <p:cNvSpPr/>
          <p:nvPr/>
        </p:nvSpPr>
        <p:spPr>
          <a:xfrm>
            <a:off x="5200648" y="3005137"/>
            <a:ext cx="1590675" cy="11382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6696625-48FF-1CC6-4E82-EB5A300456FA}"/>
              </a:ext>
            </a:extLst>
          </p:cNvPr>
          <p:cNvSpPr/>
          <p:nvPr/>
        </p:nvSpPr>
        <p:spPr>
          <a:xfrm>
            <a:off x="5432824" y="3217069"/>
            <a:ext cx="1061082" cy="816769"/>
          </a:xfrm>
          <a:prstGeom prst="ellipse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FACA9E3-510E-7BE8-0A02-3A133ED769C0}"/>
              </a:ext>
            </a:extLst>
          </p:cNvPr>
          <p:cNvSpPr/>
          <p:nvPr/>
        </p:nvSpPr>
        <p:spPr>
          <a:xfrm>
            <a:off x="5684520" y="3345654"/>
            <a:ext cx="557689" cy="547688"/>
          </a:xfrm>
          <a:prstGeom prst="ellipse">
            <a:avLst/>
          </a:prstGeom>
          <a:solidFill>
            <a:srgbClr val="9A9A9A"/>
          </a:solidFill>
          <a:scene3d>
            <a:camera prst="orthographicFront">
              <a:rot lat="420000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3" name="Graphic 42" descr="Wrench with solid fill">
            <a:extLst>
              <a:ext uri="{FF2B5EF4-FFF2-40B4-BE49-F238E27FC236}">
                <a16:creationId xmlns:a16="http://schemas.microsoft.com/office/drawing/2014/main" id="{ABC15DC2-287F-CD4E-4592-C1352BCC1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4724" y="5273040"/>
            <a:ext cx="914400" cy="9144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86E6ECB9-CDA2-C0C9-91B0-5A3F735D65E0}"/>
              </a:ext>
            </a:extLst>
          </p:cNvPr>
          <p:cNvSpPr/>
          <p:nvPr/>
        </p:nvSpPr>
        <p:spPr>
          <a:xfrm>
            <a:off x="8782051" y="3345654"/>
            <a:ext cx="609600" cy="5640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MB</a:t>
            </a:r>
            <a:endParaRPr lang="de-DE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85D27D9-FC92-2A7D-DAF4-76A1FB656BF6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6493906" y="3625454"/>
            <a:ext cx="2974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5BF60133-5348-2279-8F2D-B7A3DE0A3D47}"/>
              </a:ext>
            </a:extLst>
          </p:cNvPr>
          <p:cNvSpPr/>
          <p:nvPr/>
        </p:nvSpPr>
        <p:spPr>
          <a:xfrm>
            <a:off x="5262499" y="2806600"/>
            <a:ext cx="1438399" cy="1323380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  <a:alpha val="0"/>
                </a:schemeClr>
              </a:gs>
              <a:gs pos="77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scene3d>
            <a:camera prst="orthographicFront">
              <a:rot lat="4200001" lon="0" rev="0"/>
            </a:camera>
            <a:lightRig rig="threePt" dir="t"/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7917E461-BCA8-3BD2-E53C-6061F3BE0BFD}"/>
              </a:ext>
            </a:extLst>
          </p:cNvPr>
          <p:cNvSpPr/>
          <p:nvPr/>
        </p:nvSpPr>
        <p:spPr>
          <a:xfrm>
            <a:off x="5817391" y="3070860"/>
            <a:ext cx="100010" cy="358139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B284CDE-B120-CFD8-4216-3AF29BB3CA99}"/>
              </a:ext>
            </a:extLst>
          </p:cNvPr>
          <p:cNvCxnSpPr>
            <a:cxnSpLocks/>
          </p:cNvCxnSpPr>
          <p:nvPr/>
        </p:nvCxnSpPr>
        <p:spPr>
          <a:xfrm>
            <a:off x="5432824" y="3217069"/>
            <a:ext cx="0" cy="9263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7C433B3-A145-7ED5-2F37-10F30339B57A}"/>
              </a:ext>
            </a:extLst>
          </p:cNvPr>
          <p:cNvCxnSpPr/>
          <p:nvPr/>
        </p:nvCxnSpPr>
        <p:spPr>
          <a:xfrm>
            <a:off x="5432824" y="3217069"/>
            <a:ext cx="38456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ylinder 8">
            <a:extLst>
              <a:ext uri="{FF2B5EF4-FFF2-40B4-BE49-F238E27FC236}">
                <a16:creationId xmlns:a16="http://schemas.microsoft.com/office/drawing/2014/main" id="{B8952CA8-6BAC-4446-45E8-795F6693113A}"/>
              </a:ext>
            </a:extLst>
          </p:cNvPr>
          <p:cNvSpPr/>
          <p:nvPr/>
        </p:nvSpPr>
        <p:spPr>
          <a:xfrm rot="10800000">
            <a:off x="5784769" y="1546921"/>
            <a:ext cx="357190" cy="681037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E949B4E-DC97-C7AC-2E7D-824A1ED1BC3F}"/>
              </a:ext>
            </a:extLst>
          </p:cNvPr>
          <p:cNvCxnSpPr>
            <a:cxnSpLocks/>
          </p:cNvCxnSpPr>
          <p:nvPr/>
        </p:nvCxnSpPr>
        <p:spPr>
          <a:xfrm>
            <a:off x="6423649" y="2565794"/>
            <a:ext cx="367667" cy="3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DF6496A5-46A4-76C8-C0BF-40E412890FA4}"/>
              </a:ext>
            </a:extLst>
          </p:cNvPr>
          <p:cNvSpPr/>
          <p:nvPr/>
        </p:nvSpPr>
        <p:spPr>
          <a:xfrm rot="10800000">
            <a:off x="5453064" y="2157410"/>
            <a:ext cx="1061082" cy="816769"/>
          </a:xfrm>
          <a:prstGeom prst="ellipse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DE09500-E61C-5771-5898-B8DE670B4AB8}"/>
              </a:ext>
            </a:extLst>
          </p:cNvPr>
          <p:cNvSpPr/>
          <p:nvPr/>
        </p:nvSpPr>
        <p:spPr>
          <a:xfrm rot="10800000">
            <a:off x="5704760" y="2285995"/>
            <a:ext cx="557689" cy="547688"/>
          </a:xfrm>
          <a:prstGeom prst="ellipse">
            <a:avLst/>
          </a:prstGeom>
          <a:solidFill>
            <a:srgbClr val="9A9A9A"/>
          </a:solidFill>
          <a:scene3d>
            <a:camera prst="orthographicFront">
              <a:rot lat="420000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83A3742-4DBC-4D49-9CBE-6E55B95897FD}"/>
              </a:ext>
            </a:extLst>
          </p:cNvPr>
          <p:cNvCxnSpPr>
            <a:cxnSpLocks/>
          </p:cNvCxnSpPr>
          <p:nvPr/>
        </p:nvCxnSpPr>
        <p:spPr>
          <a:xfrm>
            <a:off x="7600945" y="2568101"/>
            <a:ext cx="34575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70E27BB-0484-1965-AE64-52F58E28C9BB}"/>
              </a:ext>
            </a:extLst>
          </p:cNvPr>
          <p:cNvCxnSpPr>
            <a:cxnSpLocks/>
          </p:cNvCxnSpPr>
          <p:nvPr/>
        </p:nvCxnSpPr>
        <p:spPr>
          <a:xfrm>
            <a:off x="7600949" y="3619498"/>
            <a:ext cx="12192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7B37390-157B-D3D4-54C9-BD49CA502C87}"/>
              </a:ext>
            </a:extLst>
          </p:cNvPr>
          <p:cNvGrpSpPr/>
          <p:nvPr/>
        </p:nvGrpSpPr>
        <p:grpSpPr>
          <a:xfrm>
            <a:off x="8996363" y="3893342"/>
            <a:ext cx="180975" cy="388145"/>
            <a:chOff x="8996363" y="3893342"/>
            <a:chExt cx="180975" cy="388145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2624C5E-CAFB-C9AA-76B9-85D3AE554D9B}"/>
                </a:ext>
              </a:extLst>
            </p:cNvPr>
            <p:cNvCxnSpPr>
              <a:cxnSpLocks/>
            </p:cNvCxnSpPr>
            <p:nvPr/>
          </p:nvCxnSpPr>
          <p:spPr>
            <a:xfrm>
              <a:off x="9086851" y="3893342"/>
              <a:ext cx="0" cy="3241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3E25FC5-6BDC-E882-3F39-7B592B53F14A}"/>
                </a:ext>
              </a:extLst>
            </p:cNvPr>
            <p:cNvCxnSpPr>
              <a:cxnSpLocks/>
            </p:cNvCxnSpPr>
            <p:nvPr/>
          </p:nvCxnSpPr>
          <p:spPr>
            <a:xfrm>
              <a:off x="8996363" y="4217507"/>
              <a:ext cx="1809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82963D0-7A78-5467-1AE3-02644204A3C2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35" y="4250531"/>
              <a:ext cx="12382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D7F4CE9-9021-9575-AC06-2A7E79A3BC51}"/>
                </a:ext>
              </a:extLst>
            </p:cNvPr>
            <p:cNvCxnSpPr/>
            <p:nvPr/>
          </p:nvCxnSpPr>
          <p:spPr>
            <a:xfrm>
              <a:off x="9055890" y="4281487"/>
              <a:ext cx="6191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769EEB2-A653-0447-F325-E0BD102F3443}"/>
              </a:ext>
            </a:extLst>
          </p:cNvPr>
          <p:cNvGrpSpPr/>
          <p:nvPr/>
        </p:nvGrpSpPr>
        <p:grpSpPr>
          <a:xfrm>
            <a:off x="10968037" y="3893342"/>
            <a:ext cx="180975" cy="388145"/>
            <a:chOff x="8996363" y="3893342"/>
            <a:chExt cx="180975" cy="388145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15B2CC8-0E69-4875-AEBD-6C70F755D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86851" y="3893342"/>
              <a:ext cx="0" cy="3241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EF01AF0-1122-187E-DA03-E98F02C0CD02}"/>
                </a:ext>
              </a:extLst>
            </p:cNvPr>
            <p:cNvCxnSpPr>
              <a:cxnSpLocks/>
            </p:cNvCxnSpPr>
            <p:nvPr/>
          </p:nvCxnSpPr>
          <p:spPr>
            <a:xfrm>
              <a:off x="8996363" y="4217507"/>
              <a:ext cx="1809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4AD80B8-F371-6037-486C-FF27F054A8B9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35" y="4250531"/>
              <a:ext cx="12382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EE06EEE-57AA-CB35-DD6F-B09A08A5FD3B}"/>
                </a:ext>
              </a:extLst>
            </p:cNvPr>
            <p:cNvCxnSpPr/>
            <p:nvPr/>
          </p:nvCxnSpPr>
          <p:spPr>
            <a:xfrm>
              <a:off x="9055890" y="4281487"/>
              <a:ext cx="6191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978ECF51-2A70-FDBE-19EC-138B5DDB5C73}"/>
              </a:ext>
            </a:extLst>
          </p:cNvPr>
          <p:cNvSpPr/>
          <p:nvPr/>
        </p:nvSpPr>
        <p:spPr>
          <a:xfrm>
            <a:off x="10074274" y="3345654"/>
            <a:ext cx="609600" cy="5640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3600"/>
              <a:t>≈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BC7BE20-1612-C418-2E4A-52DC36EB6B54}"/>
              </a:ext>
            </a:extLst>
          </p:cNvPr>
          <p:cNvCxnSpPr>
            <a:cxnSpLocks/>
            <a:stCxn id="44" idx="3"/>
            <a:endCxn id="82" idx="2"/>
          </p:cNvCxnSpPr>
          <p:nvPr/>
        </p:nvCxnSpPr>
        <p:spPr>
          <a:xfrm>
            <a:off x="9391651" y="3627676"/>
            <a:ext cx="6826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6771143-F561-C003-D566-677C2BB7DE92}"/>
              </a:ext>
            </a:extLst>
          </p:cNvPr>
          <p:cNvCxnSpPr/>
          <p:nvPr/>
        </p:nvCxnSpPr>
        <p:spPr>
          <a:xfrm>
            <a:off x="11058525" y="2567432"/>
            <a:ext cx="0" cy="13259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9BBFC66-3932-4CC8-0406-69F300118293}"/>
              </a:ext>
            </a:extLst>
          </p:cNvPr>
          <p:cNvCxnSpPr>
            <a:stCxn id="82" idx="6"/>
          </p:cNvCxnSpPr>
          <p:nvPr/>
        </p:nvCxnSpPr>
        <p:spPr>
          <a:xfrm flipV="1">
            <a:off x="10683874" y="3627675"/>
            <a:ext cx="3746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9C83128-800C-653B-6519-6C7E8F8D00A7}"/>
              </a:ext>
            </a:extLst>
          </p:cNvPr>
          <p:cNvCxnSpPr>
            <a:cxnSpLocks/>
            <a:stCxn id="94" idx="0"/>
            <a:endCxn id="121" idx="0"/>
          </p:cNvCxnSpPr>
          <p:nvPr/>
        </p:nvCxnSpPr>
        <p:spPr>
          <a:xfrm>
            <a:off x="6892529" y="4471689"/>
            <a:ext cx="0" cy="1811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D239F40F-81E3-9918-DDDF-86139B0D9DEC}"/>
              </a:ext>
            </a:extLst>
          </p:cNvPr>
          <p:cNvSpPr/>
          <p:nvPr/>
        </p:nvSpPr>
        <p:spPr>
          <a:xfrm>
            <a:off x="6587729" y="5244720"/>
            <a:ext cx="609600" cy="5640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3600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1B8F70D-13BF-3E3F-DFE0-12B9CBDDE123}"/>
              </a:ext>
            </a:extLst>
          </p:cNvPr>
          <p:cNvCxnSpPr>
            <a:stCxn id="98" idx="1"/>
            <a:endCxn id="98" idx="4"/>
          </p:cNvCxnSpPr>
          <p:nvPr/>
        </p:nvCxnSpPr>
        <p:spPr>
          <a:xfrm>
            <a:off x="6677003" y="5327322"/>
            <a:ext cx="215526" cy="4814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B0C6D05-DE21-630E-80A9-AB606770DC40}"/>
              </a:ext>
            </a:extLst>
          </p:cNvPr>
          <p:cNvCxnSpPr>
            <a:stCxn id="98" idx="4"/>
            <a:endCxn id="98" idx="7"/>
          </p:cNvCxnSpPr>
          <p:nvPr/>
        </p:nvCxnSpPr>
        <p:spPr>
          <a:xfrm flipV="1">
            <a:off x="6892529" y="5327322"/>
            <a:ext cx="215526" cy="4814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1301E1C-C359-B978-5161-5B8902268F44}"/>
              </a:ext>
            </a:extLst>
          </p:cNvPr>
          <p:cNvCxnSpPr>
            <a:cxnSpLocks/>
            <a:stCxn id="98" idx="4"/>
          </p:cNvCxnSpPr>
          <p:nvPr/>
        </p:nvCxnSpPr>
        <p:spPr>
          <a:xfrm>
            <a:off x="6892529" y="5808763"/>
            <a:ext cx="0" cy="1919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7" name="Graphic 106" descr="Computer with solid fill">
            <a:extLst>
              <a:ext uri="{FF2B5EF4-FFF2-40B4-BE49-F238E27FC236}">
                <a16:creationId xmlns:a16="http://schemas.microsoft.com/office/drawing/2014/main" id="{FD157637-EC65-9740-4E7A-F7497B9D6E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7515" y="762635"/>
            <a:ext cx="1436749" cy="1436749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7F5B5D0-2841-FDE3-F5C8-F7B61783B6C3}"/>
              </a:ext>
            </a:extLst>
          </p:cNvPr>
          <p:cNvCxnSpPr>
            <a:stCxn id="9" idx="3"/>
          </p:cNvCxnSpPr>
          <p:nvPr/>
        </p:nvCxnSpPr>
        <p:spPr>
          <a:xfrm flipV="1">
            <a:off x="5963364" y="628650"/>
            <a:ext cx="0" cy="9182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A4B3274-9827-E3C4-D1C9-0E0039638959}"/>
              </a:ext>
            </a:extLst>
          </p:cNvPr>
          <p:cNvCxnSpPr>
            <a:stCxn id="7" idx="3"/>
          </p:cNvCxnSpPr>
          <p:nvPr/>
        </p:nvCxnSpPr>
        <p:spPr>
          <a:xfrm flipH="1" flipV="1">
            <a:off x="3533775" y="3428999"/>
            <a:ext cx="240506" cy="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17EBD8-6E62-6A6D-A2B5-FAEED00537EF}"/>
              </a:ext>
            </a:extLst>
          </p:cNvPr>
          <p:cNvCxnSpPr/>
          <p:nvPr/>
        </p:nvCxnSpPr>
        <p:spPr>
          <a:xfrm flipV="1">
            <a:off x="3533775" y="628650"/>
            <a:ext cx="0" cy="2800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B24EA71-02A5-0A1D-8803-0E8B072A4AB6}"/>
              </a:ext>
            </a:extLst>
          </p:cNvPr>
          <p:cNvCxnSpPr/>
          <p:nvPr/>
        </p:nvCxnSpPr>
        <p:spPr>
          <a:xfrm>
            <a:off x="3533775" y="628650"/>
            <a:ext cx="60102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D73D218-401F-950A-B91B-CAA6FD0DECE9}"/>
              </a:ext>
            </a:extLst>
          </p:cNvPr>
          <p:cNvCxnSpPr/>
          <p:nvPr/>
        </p:nvCxnSpPr>
        <p:spPr>
          <a:xfrm>
            <a:off x="9544050" y="628650"/>
            <a:ext cx="0" cy="4591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D61150E2-B56A-863D-5928-B87CEC5B1BAC}"/>
              </a:ext>
            </a:extLst>
          </p:cNvPr>
          <p:cNvSpPr/>
          <p:nvPr/>
        </p:nvSpPr>
        <p:spPr>
          <a:xfrm>
            <a:off x="6587729" y="4652826"/>
            <a:ext cx="609600" cy="5640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p</a:t>
            </a:r>
            <a:endParaRPr lang="de-DE" sz="3600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4AFE43B-621A-68DB-3459-91E0C5124A11}"/>
              </a:ext>
            </a:extLst>
          </p:cNvPr>
          <p:cNvCxnSpPr>
            <a:stCxn id="121" idx="4"/>
            <a:endCxn id="98" idx="0"/>
          </p:cNvCxnSpPr>
          <p:nvPr/>
        </p:nvCxnSpPr>
        <p:spPr>
          <a:xfrm>
            <a:off x="6892529" y="5216869"/>
            <a:ext cx="0" cy="278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0976DE11-6380-0C95-F2A8-D82AA814FF78}"/>
              </a:ext>
            </a:extLst>
          </p:cNvPr>
          <p:cNvSpPr txBox="1"/>
          <p:nvPr/>
        </p:nvSpPr>
        <p:spPr>
          <a:xfrm>
            <a:off x="3774280" y="972518"/>
            <a:ext cx="1723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Topviewkamera</a:t>
            </a:r>
            <a:endParaRPr lang="de-DE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42C79E5-A123-5D92-0360-3BC189541B6B}"/>
              </a:ext>
            </a:extLst>
          </p:cNvPr>
          <p:cNvSpPr txBox="1"/>
          <p:nvPr/>
        </p:nvSpPr>
        <p:spPr>
          <a:xfrm>
            <a:off x="3593315" y="4521655"/>
            <a:ext cx="150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Staubstreuer</a:t>
            </a:r>
            <a:endParaRPr lang="de-DE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2BCD47C-20AD-85CC-ECB3-53E5D07DEE52}"/>
              </a:ext>
            </a:extLst>
          </p:cNvPr>
          <p:cNvSpPr txBox="1"/>
          <p:nvPr/>
        </p:nvSpPr>
        <p:spPr>
          <a:xfrm>
            <a:off x="2353274" y="5357810"/>
            <a:ext cx="212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Präzisionswerkzeug</a:t>
            </a:r>
            <a:endParaRPr lang="de-DE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A3C5CCF-1526-5851-98DC-A3D4623A2BA7}"/>
              </a:ext>
            </a:extLst>
          </p:cNvPr>
          <p:cNvCxnSpPr>
            <a:cxnSpLocks/>
            <a:stCxn id="132" idx="3"/>
          </p:cNvCxnSpPr>
          <p:nvPr/>
        </p:nvCxnSpPr>
        <p:spPr>
          <a:xfrm>
            <a:off x="4482639" y="5542476"/>
            <a:ext cx="298880" cy="25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E5AAAEC-ADD7-0791-1825-5804EFEE3E3D}"/>
              </a:ext>
            </a:extLst>
          </p:cNvPr>
          <p:cNvCxnSpPr>
            <a:stCxn id="131" idx="3"/>
          </p:cNvCxnSpPr>
          <p:nvPr/>
        </p:nvCxnSpPr>
        <p:spPr>
          <a:xfrm>
            <a:off x="5103023" y="4706321"/>
            <a:ext cx="266101" cy="5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48FA4233-7D04-0BBA-E6FC-8AA04E98A32E}"/>
              </a:ext>
            </a:extLst>
          </p:cNvPr>
          <p:cNvCxnSpPr>
            <a:cxnSpLocks/>
            <a:stCxn id="129" idx="3"/>
          </p:cNvCxnSpPr>
          <p:nvPr/>
        </p:nvCxnSpPr>
        <p:spPr>
          <a:xfrm>
            <a:off x="5497893" y="1157184"/>
            <a:ext cx="240504" cy="350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9575018-BE76-F531-1953-099E1038DCB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706808" y="3689351"/>
            <a:ext cx="320970" cy="416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872F44-574A-765E-6701-3D8CC8AC565E}"/>
              </a:ext>
            </a:extLst>
          </p:cNvPr>
          <p:cNvSpPr txBox="1"/>
          <p:nvPr/>
        </p:nvSpPr>
        <p:spPr>
          <a:xfrm>
            <a:off x="1893811" y="3920837"/>
            <a:ext cx="181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Sideviewkamera</a:t>
            </a:r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430D80-97BF-8F1F-4B1E-192093885476}"/>
              </a:ext>
            </a:extLst>
          </p:cNvPr>
          <p:cNvSpPr txBox="1"/>
          <p:nvPr/>
        </p:nvSpPr>
        <p:spPr>
          <a:xfrm>
            <a:off x="7753350" y="5342075"/>
            <a:ext cx="170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Vakuumpumpe</a:t>
            </a:r>
            <a:endParaRPr lang="de-DE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E36663-773C-E8AF-49AB-C0146709D31D}"/>
              </a:ext>
            </a:extLst>
          </p:cNvPr>
          <p:cNvCxnSpPr>
            <a:cxnSpLocks/>
          </p:cNvCxnSpPr>
          <p:nvPr/>
        </p:nvCxnSpPr>
        <p:spPr>
          <a:xfrm flipH="1">
            <a:off x="7343775" y="5526741"/>
            <a:ext cx="409575" cy="15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664E108-1A01-EACF-2C74-B2D3E8FDB473}"/>
              </a:ext>
            </a:extLst>
          </p:cNvPr>
          <p:cNvSpPr/>
          <p:nvPr/>
        </p:nvSpPr>
        <p:spPr>
          <a:xfrm>
            <a:off x="10074274" y="2724150"/>
            <a:ext cx="609600" cy="5640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3600"/>
              <a:t>≈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88F656-3C4E-A793-7E08-A49374933717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9086851" y="2999958"/>
            <a:ext cx="0" cy="345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99CB363-E5C0-595A-150F-C0303647C0E4}"/>
              </a:ext>
            </a:extLst>
          </p:cNvPr>
          <p:cNvCxnSpPr>
            <a:stCxn id="29" idx="6"/>
          </p:cNvCxnSpPr>
          <p:nvPr/>
        </p:nvCxnSpPr>
        <p:spPr>
          <a:xfrm flipV="1">
            <a:off x="10683874" y="3005137"/>
            <a:ext cx="374646" cy="10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499BB87-FDE9-D776-269E-5F15DFBBFB10}"/>
              </a:ext>
            </a:extLst>
          </p:cNvPr>
          <p:cNvSpPr txBox="1"/>
          <p:nvPr/>
        </p:nvSpPr>
        <p:spPr>
          <a:xfrm>
            <a:off x="10160905" y="2999958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/>
              <a:t>NF</a:t>
            </a:r>
            <a:endParaRPr lang="de-D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C12204-48FE-4E2C-6264-E8A10CC702B1}"/>
              </a:ext>
            </a:extLst>
          </p:cNvPr>
          <p:cNvSpPr txBox="1"/>
          <p:nvPr/>
        </p:nvSpPr>
        <p:spPr>
          <a:xfrm>
            <a:off x="10160104" y="3625453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/>
              <a:t>HF</a:t>
            </a:r>
            <a:endParaRPr lang="de-DE"/>
          </a:p>
        </p:txBody>
      </p:sp>
      <p:pic>
        <p:nvPicPr>
          <p:cNvPr id="2" name="Picture 1" descr="File:Bandpass filter symbol.svg">
            <a:extLst>
              <a:ext uri="{FF2B5EF4-FFF2-40B4-BE49-F238E27FC236}">
                <a16:creationId xmlns:a16="http://schemas.microsoft.com/office/drawing/2014/main" id="{82961ADA-528A-0C51-EFA5-220681DA0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973" y="2781330"/>
            <a:ext cx="750040" cy="4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7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rohrbeck</dc:creator>
  <cp:lastModifiedBy>nicolas rohrbeck</cp:lastModifiedBy>
  <cp:revision>1</cp:revision>
  <dcterms:created xsi:type="dcterms:W3CDTF">2026-07-07T11:49:21Z</dcterms:created>
  <dcterms:modified xsi:type="dcterms:W3CDTF">2026-07-07T15:16:01Z</dcterms:modified>
</cp:coreProperties>
</file>