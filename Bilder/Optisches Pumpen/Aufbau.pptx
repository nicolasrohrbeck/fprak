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14400213" cy="10799763"/>
  <p:notesSz cx="6858000" cy="9144000"/>
  <p:defaultTextStyle>
    <a:defPPr>
      <a:defRPr lang="en-US"/>
    </a:defPPr>
    <a:lvl1pPr marL="0" algn="l" defTabSz="45715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51" algn="l" defTabSz="45715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02" algn="l" defTabSz="45715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53" algn="l" defTabSz="45715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604" algn="l" defTabSz="45715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56" algn="l" defTabSz="45715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906" algn="l" defTabSz="45715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057" algn="l" defTabSz="45715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208" algn="l" defTabSz="45715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E06F60-0186-47B6-B46D-446481CEC3EE}" v="9" dt="2026-06-08T12:34:04.7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6" autoAdjust="0"/>
    <p:restoredTop sz="94660"/>
  </p:normalViewPr>
  <p:slideViewPr>
    <p:cSldViewPr snapToGrid="0">
      <p:cViewPr>
        <p:scale>
          <a:sx n="150" d="100"/>
          <a:sy n="150" d="100"/>
        </p:scale>
        <p:origin x="-407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Rohrbeck" userId="97cf50ec-6fdd-4c3f-be9c-69633257c89c" providerId="ADAL" clId="{1E685613-085C-417C-ADF2-610F19D55445}"/>
    <pc:docChg chg="undo custSel modSld modMainMaster">
      <pc:chgData name="Nicolas Rohrbeck" userId="97cf50ec-6fdd-4c3f-be9c-69633257c89c" providerId="ADAL" clId="{1E685613-085C-417C-ADF2-610F19D55445}" dt="2026-06-08T12:35:38.841" v="51" actId="1036"/>
      <pc:docMkLst>
        <pc:docMk/>
      </pc:docMkLst>
      <pc:sldChg chg="addSp delSp modSp mod">
        <pc:chgData name="Nicolas Rohrbeck" userId="97cf50ec-6fdd-4c3f-be9c-69633257c89c" providerId="ADAL" clId="{1E685613-085C-417C-ADF2-610F19D55445}" dt="2026-06-08T12:35:38.841" v="51" actId="1036"/>
        <pc:sldMkLst>
          <pc:docMk/>
          <pc:sldMk cId="3631881611" sldId="256"/>
        </pc:sldMkLst>
        <pc:spChg chg="mod">
          <ac:chgData name="Nicolas Rohrbeck" userId="97cf50ec-6fdd-4c3f-be9c-69633257c89c" providerId="ADAL" clId="{1E685613-085C-417C-ADF2-610F19D55445}" dt="2026-06-08T12:32:17.055" v="12"/>
          <ac:spMkLst>
            <pc:docMk/>
            <pc:sldMk cId="3631881611" sldId="256"/>
            <ac:spMk id="7" creationId="{22AEA96A-00AF-4D13-1087-FA9B06937F52}"/>
          </ac:spMkLst>
        </pc:spChg>
        <pc:spChg chg="mod">
          <ac:chgData name="Nicolas Rohrbeck" userId="97cf50ec-6fdd-4c3f-be9c-69633257c89c" providerId="ADAL" clId="{1E685613-085C-417C-ADF2-610F19D55445}" dt="2026-06-08T12:32:17.055" v="12"/>
          <ac:spMkLst>
            <pc:docMk/>
            <pc:sldMk cId="3631881611" sldId="256"/>
            <ac:spMk id="8" creationId="{7F9C56A7-99A7-F7EF-6933-B5B87B9B3FD4}"/>
          </ac:spMkLst>
        </pc:spChg>
        <pc:spChg chg="mod">
          <ac:chgData name="Nicolas Rohrbeck" userId="97cf50ec-6fdd-4c3f-be9c-69633257c89c" providerId="ADAL" clId="{1E685613-085C-417C-ADF2-610F19D55445}" dt="2026-06-08T12:32:17.055" v="12"/>
          <ac:spMkLst>
            <pc:docMk/>
            <pc:sldMk cId="3631881611" sldId="256"/>
            <ac:spMk id="9" creationId="{D5DCAAF9-3F3D-FB21-C36B-471EF502FFDA}"/>
          </ac:spMkLst>
        </pc:spChg>
        <pc:spChg chg="mod">
          <ac:chgData name="Nicolas Rohrbeck" userId="97cf50ec-6fdd-4c3f-be9c-69633257c89c" providerId="ADAL" clId="{1E685613-085C-417C-ADF2-610F19D55445}" dt="2026-06-08T12:32:17.055" v="12"/>
          <ac:spMkLst>
            <pc:docMk/>
            <pc:sldMk cId="3631881611" sldId="256"/>
            <ac:spMk id="13" creationId="{1B60F20F-17AD-B9E7-AAA1-270E9B6EABF0}"/>
          </ac:spMkLst>
        </pc:spChg>
        <pc:spChg chg="mod">
          <ac:chgData name="Nicolas Rohrbeck" userId="97cf50ec-6fdd-4c3f-be9c-69633257c89c" providerId="ADAL" clId="{1E685613-085C-417C-ADF2-610F19D55445}" dt="2026-06-08T12:32:16.530" v="11" actId="34135"/>
          <ac:spMkLst>
            <pc:docMk/>
            <pc:sldMk cId="3631881611" sldId="256"/>
            <ac:spMk id="15" creationId="{59A23558-66C1-68BB-F90A-AF5B0CB01EAA}"/>
          </ac:spMkLst>
        </pc:spChg>
        <pc:spChg chg="mod">
          <ac:chgData name="Nicolas Rohrbeck" userId="97cf50ec-6fdd-4c3f-be9c-69633257c89c" providerId="ADAL" clId="{1E685613-085C-417C-ADF2-610F19D55445}" dt="2026-06-08T12:32:17.055" v="12"/>
          <ac:spMkLst>
            <pc:docMk/>
            <pc:sldMk cId="3631881611" sldId="256"/>
            <ac:spMk id="25" creationId="{8386250F-1CB2-7AAF-27C8-F5D053D2B09D}"/>
          </ac:spMkLst>
        </pc:spChg>
        <pc:spChg chg="mod">
          <ac:chgData name="Nicolas Rohrbeck" userId="97cf50ec-6fdd-4c3f-be9c-69633257c89c" providerId="ADAL" clId="{1E685613-085C-417C-ADF2-610F19D55445}" dt="2026-06-08T12:32:16.530" v="11" actId="34135"/>
          <ac:spMkLst>
            <pc:docMk/>
            <pc:sldMk cId="3631881611" sldId="256"/>
            <ac:spMk id="26" creationId="{1CDA7174-9A37-777F-524F-C771BCE10E75}"/>
          </ac:spMkLst>
        </pc:spChg>
        <pc:spChg chg="mod">
          <ac:chgData name="Nicolas Rohrbeck" userId="97cf50ec-6fdd-4c3f-be9c-69633257c89c" providerId="ADAL" clId="{1E685613-085C-417C-ADF2-610F19D55445}" dt="2026-06-08T12:32:17.055" v="12"/>
          <ac:spMkLst>
            <pc:docMk/>
            <pc:sldMk cId="3631881611" sldId="256"/>
            <ac:spMk id="27" creationId="{FF2AB8F9-E617-E13E-E5BD-E7319D1EA746}"/>
          </ac:spMkLst>
        </pc:spChg>
        <pc:spChg chg="mod">
          <ac:chgData name="Nicolas Rohrbeck" userId="97cf50ec-6fdd-4c3f-be9c-69633257c89c" providerId="ADAL" clId="{1E685613-085C-417C-ADF2-610F19D55445}" dt="2026-06-08T12:32:17.055" v="12"/>
          <ac:spMkLst>
            <pc:docMk/>
            <pc:sldMk cId="3631881611" sldId="256"/>
            <ac:spMk id="28" creationId="{447D7CB5-C028-5179-29DD-9C26A53EF9BA}"/>
          </ac:spMkLst>
        </pc:spChg>
        <pc:spChg chg="mod">
          <ac:chgData name="Nicolas Rohrbeck" userId="97cf50ec-6fdd-4c3f-be9c-69633257c89c" providerId="ADAL" clId="{1E685613-085C-417C-ADF2-610F19D55445}" dt="2026-06-08T12:32:16.530" v="11" actId="34135"/>
          <ac:spMkLst>
            <pc:docMk/>
            <pc:sldMk cId="3631881611" sldId="256"/>
            <ac:spMk id="29" creationId="{2E9F8A1C-813E-777D-3A96-62751D9B5661}"/>
          </ac:spMkLst>
        </pc:spChg>
        <pc:spChg chg="mod">
          <ac:chgData name="Nicolas Rohrbeck" userId="97cf50ec-6fdd-4c3f-be9c-69633257c89c" providerId="ADAL" clId="{1E685613-085C-417C-ADF2-610F19D55445}" dt="2026-06-08T12:32:17.055" v="12"/>
          <ac:spMkLst>
            <pc:docMk/>
            <pc:sldMk cId="3631881611" sldId="256"/>
            <ac:spMk id="38" creationId="{D097AA04-7DB4-20D6-CBF4-A85592782801}"/>
          </ac:spMkLst>
        </pc:spChg>
        <pc:spChg chg="mod">
          <ac:chgData name="Nicolas Rohrbeck" userId="97cf50ec-6fdd-4c3f-be9c-69633257c89c" providerId="ADAL" clId="{1E685613-085C-417C-ADF2-610F19D55445}" dt="2026-06-08T12:32:26.880" v="15" actId="20577"/>
          <ac:spMkLst>
            <pc:docMk/>
            <pc:sldMk cId="3631881611" sldId="256"/>
            <ac:spMk id="62" creationId="{C65333D7-4191-D113-43F6-9E55E279F162}"/>
          </ac:spMkLst>
        </pc:spChg>
        <pc:spChg chg="mod">
          <ac:chgData name="Nicolas Rohrbeck" userId="97cf50ec-6fdd-4c3f-be9c-69633257c89c" providerId="ADAL" clId="{1E685613-085C-417C-ADF2-610F19D55445}" dt="2026-06-08T12:35:08.765" v="39" actId="1076"/>
          <ac:spMkLst>
            <pc:docMk/>
            <pc:sldMk cId="3631881611" sldId="256"/>
            <ac:spMk id="1034" creationId="{4AB8D5BC-E9FB-9624-A74B-8815CCABF3F8}"/>
          </ac:spMkLst>
        </pc:spChg>
        <pc:spChg chg="add del mod">
          <ac:chgData name="Nicolas Rohrbeck" userId="97cf50ec-6fdd-4c3f-be9c-69633257c89c" providerId="ADAL" clId="{1E685613-085C-417C-ADF2-610F19D55445}" dt="2026-06-08T12:32:34.861" v="16" actId="478"/>
          <ac:spMkLst>
            <pc:docMk/>
            <pc:sldMk cId="3631881611" sldId="256"/>
            <ac:spMk id="1035" creationId="{A1F83649-3290-F5CD-5B64-B91ED8243AE4}"/>
          </ac:spMkLst>
        </pc:spChg>
        <pc:spChg chg="mod">
          <ac:chgData name="Nicolas Rohrbeck" userId="97cf50ec-6fdd-4c3f-be9c-69633257c89c" providerId="ADAL" clId="{1E685613-085C-417C-ADF2-610F19D55445}" dt="2026-06-08T12:34:04.706" v="20" actId="1076"/>
          <ac:spMkLst>
            <pc:docMk/>
            <pc:sldMk cId="3631881611" sldId="256"/>
            <ac:spMk id="1044" creationId="{3CC806F6-4699-36DF-60AA-EF3FFCFBDB52}"/>
          </ac:spMkLst>
        </pc:spChg>
        <pc:picChg chg="mod">
          <ac:chgData name="Nicolas Rohrbeck" userId="97cf50ec-6fdd-4c3f-be9c-69633257c89c" providerId="ADAL" clId="{1E685613-085C-417C-ADF2-610F19D55445}" dt="2026-06-08T12:33:45.998" v="18" actId="1076"/>
          <ac:picMkLst>
            <pc:docMk/>
            <pc:sldMk cId="3631881611" sldId="256"/>
            <ac:picMk id="5" creationId="{60C0DAAB-2EF4-98CC-08E2-A1B417234463}"/>
          </ac:picMkLst>
        </pc:picChg>
        <pc:picChg chg="mod">
          <ac:chgData name="Nicolas Rohrbeck" userId="97cf50ec-6fdd-4c3f-be9c-69633257c89c" providerId="ADAL" clId="{1E685613-085C-417C-ADF2-610F19D55445}" dt="2026-06-08T12:34:04.706" v="20" actId="1076"/>
          <ac:picMkLst>
            <pc:docMk/>
            <pc:sldMk cId="3631881611" sldId="256"/>
            <ac:picMk id="1028" creationId="{D2A6BE49-3976-D018-7DCF-D44CFBB9CB84}"/>
          </ac:picMkLst>
        </pc:picChg>
        <pc:cxnChg chg="mod">
          <ac:chgData name="Nicolas Rohrbeck" userId="97cf50ec-6fdd-4c3f-be9c-69633257c89c" providerId="ADAL" clId="{1E685613-085C-417C-ADF2-610F19D55445}" dt="2026-06-08T12:35:38.841" v="51" actId="1036"/>
          <ac:cxnSpMkLst>
            <pc:docMk/>
            <pc:sldMk cId="3631881611" sldId="256"/>
            <ac:cxnSpMk id="113" creationId="{A2F32426-AE03-6782-084A-D446379F076F}"/>
          </ac:cxnSpMkLst>
        </pc:cxnChg>
        <pc:cxnChg chg="mod">
          <ac:chgData name="Nicolas Rohrbeck" userId="97cf50ec-6fdd-4c3f-be9c-69633257c89c" providerId="ADAL" clId="{1E685613-085C-417C-ADF2-610F19D55445}" dt="2026-06-08T12:34:26.430" v="25" actId="14100"/>
          <ac:cxnSpMkLst>
            <pc:docMk/>
            <pc:sldMk cId="3631881611" sldId="256"/>
            <ac:cxnSpMk id="1038" creationId="{2EE4022F-7D95-DCEA-A855-A46E22C201BA}"/>
          </ac:cxnSpMkLst>
        </pc:cxnChg>
        <pc:cxnChg chg="mod">
          <ac:chgData name="Nicolas Rohrbeck" userId="97cf50ec-6fdd-4c3f-be9c-69633257c89c" providerId="ADAL" clId="{1E685613-085C-417C-ADF2-610F19D55445}" dt="2026-06-08T12:34:04.706" v="20" actId="1076"/>
          <ac:cxnSpMkLst>
            <pc:docMk/>
            <pc:sldMk cId="3631881611" sldId="256"/>
            <ac:cxnSpMk id="1045" creationId="{EC15636A-6E94-48F8-8E3B-808AA82F4C42}"/>
          </ac:cxnSpMkLst>
        </pc:cxnChg>
        <pc:cxnChg chg="mod">
          <ac:chgData name="Nicolas Rohrbeck" userId="97cf50ec-6fdd-4c3f-be9c-69633257c89c" providerId="ADAL" clId="{1E685613-085C-417C-ADF2-610F19D55445}" dt="2026-06-08T12:34:04.706" v="20" actId="1076"/>
          <ac:cxnSpMkLst>
            <pc:docMk/>
            <pc:sldMk cId="3631881611" sldId="256"/>
            <ac:cxnSpMk id="1046" creationId="{3C469AFA-6CEA-2782-5C88-BF1B7659A34A}"/>
          </ac:cxnSpMkLst>
        </pc:cxnChg>
        <pc:cxnChg chg="mod">
          <ac:chgData name="Nicolas Rohrbeck" userId="97cf50ec-6fdd-4c3f-be9c-69633257c89c" providerId="ADAL" clId="{1E685613-085C-417C-ADF2-610F19D55445}" dt="2026-06-08T12:34:04.706" v="20" actId="1076"/>
          <ac:cxnSpMkLst>
            <pc:docMk/>
            <pc:sldMk cId="3631881611" sldId="256"/>
            <ac:cxnSpMk id="1047" creationId="{605EA3C5-A812-174F-A8E4-48F232E8A1B3}"/>
          </ac:cxnSpMkLst>
        </pc:cxnChg>
        <pc:cxnChg chg="mod">
          <ac:chgData name="Nicolas Rohrbeck" userId="97cf50ec-6fdd-4c3f-be9c-69633257c89c" providerId="ADAL" clId="{1E685613-085C-417C-ADF2-610F19D55445}" dt="2026-06-08T12:34:04.706" v="20" actId="1076"/>
          <ac:cxnSpMkLst>
            <pc:docMk/>
            <pc:sldMk cId="3631881611" sldId="256"/>
            <ac:cxnSpMk id="1048" creationId="{91090FCB-A846-88D4-0267-399A6874AF78}"/>
          </ac:cxnSpMkLst>
        </pc:cxnChg>
        <pc:cxnChg chg="mod">
          <ac:chgData name="Nicolas Rohrbeck" userId="97cf50ec-6fdd-4c3f-be9c-69633257c89c" providerId="ADAL" clId="{1E685613-085C-417C-ADF2-610F19D55445}" dt="2026-06-08T12:34:04.706" v="20" actId="1076"/>
          <ac:cxnSpMkLst>
            <pc:docMk/>
            <pc:sldMk cId="3631881611" sldId="256"/>
            <ac:cxnSpMk id="1061" creationId="{A992E1AF-7822-F30B-D55B-07A321DDCD4D}"/>
          </ac:cxnSpMkLst>
        </pc:cxnChg>
        <pc:cxnChg chg="add mod">
          <ac:chgData name="Nicolas Rohrbeck" userId="97cf50ec-6fdd-4c3f-be9c-69633257c89c" providerId="ADAL" clId="{1E685613-085C-417C-ADF2-610F19D55445}" dt="2026-06-08T12:35:18.385" v="41" actId="14100"/>
          <ac:cxnSpMkLst>
            <pc:docMk/>
            <pc:sldMk cId="3631881611" sldId="256"/>
            <ac:cxnSpMk id="1086" creationId="{9E313DE0-7A53-2698-E94D-8B341D219569}"/>
          </ac:cxnSpMkLst>
        </pc:cxnChg>
        <pc:cxnChg chg="add del">
          <ac:chgData name="Nicolas Rohrbeck" userId="97cf50ec-6fdd-4c3f-be9c-69633257c89c" providerId="ADAL" clId="{1E685613-085C-417C-ADF2-610F19D55445}" dt="2026-06-08T12:34:23.033" v="24" actId="478"/>
          <ac:cxnSpMkLst>
            <pc:docMk/>
            <pc:sldMk cId="3631881611" sldId="256"/>
            <ac:cxnSpMk id="1088" creationId="{8637173C-1235-4E5E-2AB4-7D0BA53809CA}"/>
          </ac:cxnSpMkLst>
        </pc:cxnChg>
        <pc:cxnChg chg="add mod">
          <ac:chgData name="Nicolas Rohrbeck" userId="97cf50ec-6fdd-4c3f-be9c-69633257c89c" providerId="ADAL" clId="{1E685613-085C-417C-ADF2-610F19D55445}" dt="2026-06-08T12:35:22.841" v="43" actId="1036"/>
          <ac:cxnSpMkLst>
            <pc:docMk/>
            <pc:sldMk cId="3631881611" sldId="256"/>
            <ac:cxnSpMk id="1092" creationId="{47843B72-DAFA-5FF4-2D3E-CF462A08935D}"/>
          </ac:cxnSpMkLst>
        </pc:cxnChg>
      </pc:sldChg>
      <pc:sldMasterChg chg="modSp modSldLayout">
        <pc:chgData name="Nicolas Rohrbeck" userId="97cf50ec-6fdd-4c3f-be9c-69633257c89c" providerId="ADAL" clId="{1E685613-085C-417C-ADF2-610F19D55445}" dt="2026-06-08T12:32:17.055" v="12"/>
        <pc:sldMasterMkLst>
          <pc:docMk/>
          <pc:sldMasterMk cId="458896973" sldId="2147483672"/>
        </pc:sldMasterMkLst>
        <pc:spChg chg="mod">
          <ac:chgData name="Nicolas Rohrbeck" userId="97cf50ec-6fdd-4c3f-be9c-69633257c89c" providerId="ADAL" clId="{1E685613-085C-417C-ADF2-610F19D55445}" dt="2026-06-08T12:32:17.055" v="12"/>
          <ac:spMkLst>
            <pc:docMk/>
            <pc:sldMasterMk cId="458896973" sldId="2147483672"/>
            <ac:spMk id="2" creationId="{00000000-0000-0000-0000-000000000000}"/>
          </ac:spMkLst>
        </pc:spChg>
        <pc:spChg chg="mod">
          <ac:chgData name="Nicolas Rohrbeck" userId="97cf50ec-6fdd-4c3f-be9c-69633257c89c" providerId="ADAL" clId="{1E685613-085C-417C-ADF2-610F19D55445}" dt="2026-06-08T12:32:17.055" v="12"/>
          <ac:spMkLst>
            <pc:docMk/>
            <pc:sldMasterMk cId="458896973" sldId="2147483672"/>
            <ac:spMk id="3" creationId="{00000000-0000-0000-0000-000000000000}"/>
          </ac:spMkLst>
        </pc:spChg>
        <pc:spChg chg="mod">
          <ac:chgData name="Nicolas Rohrbeck" userId="97cf50ec-6fdd-4c3f-be9c-69633257c89c" providerId="ADAL" clId="{1E685613-085C-417C-ADF2-610F19D55445}" dt="2026-06-08T12:32:17.055" v="12"/>
          <ac:spMkLst>
            <pc:docMk/>
            <pc:sldMasterMk cId="458896973" sldId="2147483672"/>
            <ac:spMk id="4" creationId="{00000000-0000-0000-0000-000000000000}"/>
          </ac:spMkLst>
        </pc:spChg>
        <pc:spChg chg="mod">
          <ac:chgData name="Nicolas Rohrbeck" userId="97cf50ec-6fdd-4c3f-be9c-69633257c89c" providerId="ADAL" clId="{1E685613-085C-417C-ADF2-610F19D55445}" dt="2026-06-08T12:32:17.055" v="12"/>
          <ac:spMkLst>
            <pc:docMk/>
            <pc:sldMasterMk cId="458896973" sldId="2147483672"/>
            <ac:spMk id="5" creationId="{00000000-0000-0000-0000-000000000000}"/>
          </ac:spMkLst>
        </pc:spChg>
        <pc:spChg chg="mod">
          <ac:chgData name="Nicolas Rohrbeck" userId="97cf50ec-6fdd-4c3f-be9c-69633257c89c" providerId="ADAL" clId="{1E685613-085C-417C-ADF2-610F19D55445}" dt="2026-06-08T12:32:17.055" v="12"/>
          <ac:spMkLst>
            <pc:docMk/>
            <pc:sldMasterMk cId="458896973" sldId="2147483672"/>
            <ac:spMk id="6" creationId="{00000000-0000-0000-0000-000000000000}"/>
          </ac:spMkLst>
        </pc:spChg>
        <pc:sldLayoutChg chg="modSp">
          <pc:chgData name="Nicolas Rohrbeck" userId="97cf50ec-6fdd-4c3f-be9c-69633257c89c" providerId="ADAL" clId="{1E685613-085C-417C-ADF2-610F19D55445}" dt="2026-06-08T12:32:17.055" v="12"/>
          <pc:sldLayoutMkLst>
            <pc:docMk/>
            <pc:sldMasterMk cId="458896973" sldId="2147483672"/>
            <pc:sldLayoutMk cId="959473429" sldId="2147483673"/>
          </pc:sldLayoutMkLst>
          <pc:spChg chg="mod">
            <ac:chgData name="Nicolas Rohrbeck" userId="97cf50ec-6fdd-4c3f-be9c-69633257c89c" providerId="ADAL" clId="{1E685613-085C-417C-ADF2-610F19D55445}" dt="2026-06-08T12:32:17.055" v="12"/>
            <ac:spMkLst>
              <pc:docMk/>
              <pc:sldMasterMk cId="458896973" sldId="2147483672"/>
              <pc:sldLayoutMk cId="959473429" sldId="2147483673"/>
              <ac:spMk id="2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2:17.055" v="12"/>
            <ac:spMkLst>
              <pc:docMk/>
              <pc:sldMasterMk cId="458896973" sldId="2147483672"/>
              <pc:sldLayoutMk cId="959473429" sldId="2147483673"/>
              <ac:spMk id="3" creationId="{00000000-0000-0000-0000-000000000000}"/>
            </ac:spMkLst>
          </pc:spChg>
        </pc:sldLayoutChg>
        <pc:sldLayoutChg chg="modSp">
          <pc:chgData name="Nicolas Rohrbeck" userId="97cf50ec-6fdd-4c3f-be9c-69633257c89c" providerId="ADAL" clId="{1E685613-085C-417C-ADF2-610F19D55445}" dt="2026-06-08T12:32:17.055" v="12"/>
          <pc:sldLayoutMkLst>
            <pc:docMk/>
            <pc:sldMasterMk cId="458896973" sldId="2147483672"/>
            <pc:sldLayoutMk cId="2570472433" sldId="2147483675"/>
          </pc:sldLayoutMkLst>
          <pc:spChg chg="mod">
            <ac:chgData name="Nicolas Rohrbeck" userId="97cf50ec-6fdd-4c3f-be9c-69633257c89c" providerId="ADAL" clId="{1E685613-085C-417C-ADF2-610F19D55445}" dt="2026-06-08T12:32:17.055" v="12"/>
            <ac:spMkLst>
              <pc:docMk/>
              <pc:sldMasterMk cId="458896973" sldId="2147483672"/>
              <pc:sldLayoutMk cId="2570472433" sldId="2147483675"/>
              <ac:spMk id="2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2:17.055" v="12"/>
            <ac:spMkLst>
              <pc:docMk/>
              <pc:sldMasterMk cId="458896973" sldId="2147483672"/>
              <pc:sldLayoutMk cId="2570472433" sldId="2147483675"/>
              <ac:spMk id="3" creationId="{00000000-0000-0000-0000-000000000000}"/>
            </ac:spMkLst>
          </pc:spChg>
        </pc:sldLayoutChg>
        <pc:sldLayoutChg chg="modSp">
          <pc:chgData name="Nicolas Rohrbeck" userId="97cf50ec-6fdd-4c3f-be9c-69633257c89c" providerId="ADAL" clId="{1E685613-085C-417C-ADF2-610F19D55445}" dt="2026-06-08T12:32:17.055" v="12"/>
          <pc:sldLayoutMkLst>
            <pc:docMk/>
            <pc:sldMasterMk cId="458896973" sldId="2147483672"/>
            <pc:sldLayoutMk cId="3611975700" sldId="2147483676"/>
          </pc:sldLayoutMkLst>
          <pc:spChg chg="mod">
            <ac:chgData name="Nicolas Rohrbeck" userId="97cf50ec-6fdd-4c3f-be9c-69633257c89c" providerId="ADAL" clId="{1E685613-085C-417C-ADF2-610F19D55445}" dt="2026-06-08T12:32:17.055" v="12"/>
            <ac:spMkLst>
              <pc:docMk/>
              <pc:sldMasterMk cId="458896973" sldId="2147483672"/>
              <pc:sldLayoutMk cId="3611975700" sldId="2147483676"/>
              <ac:spMk id="3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2:17.055" v="12"/>
            <ac:spMkLst>
              <pc:docMk/>
              <pc:sldMasterMk cId="458896973" sldId="2147483672"/>
              <pc:sldLayoutMk cId="3611975700" sldId="2147483676"/>
              <ac:spMk id="4" creationId="{00000000-0000-0000-0000-000000000000}"/>
            </ac:spMkLst>
          </pc:spChg>
        </pc:sldLayoutChg>
        <pc:sldLayoutChg chg="modSp">
          <pc:chgData name="Nicolas Rohrbeck" userId="97cf50ec-6fdd-4c3f-be9c-69633257c89c" providerId="ADAL" clId="{1E685613-085C-417C-ADF2-610F19D55445}" dt="2026-06-08T12:32:17.055" v="12"/>
          <pc:sldLayoutMkLst>
            <pc:docMk/>
            <pc:sldMasterMk cId="458896973" sldId="2147483672"/>
            <pc:sldLayoutMk cId="1102860" sldId="2147483677"/>
          </pc:sldLayoutMkLst>
          <pc:spChg chg="mod">
            <ac:chgData name="Nicolas Rohrbeck" userId="97cf50ec-6fdd-4c3f-be9c-69633257c89c" providerId="ADAL" clId="{1E685613-085C-417C-ADF2-610F19D55445}" dt="2026-06-08T12:32:17.055" v="12"/>
            <ac:spMkLst>
              <pc:docMk/>
              <pc:sldMasterMk cId="458896973" sldId="2147483672"/>
              <pc:sldLayoutMk cId="1102860" sldId="2147483677"/>
              <ac:spMk id="2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2:17.055" v="12"/>
            <ac:spMkLst>
              <pc:docMk/>
              <pc:sldMasterMk cId="458896973" sldId="2147483672"/>
              <pc:sldLayoutMk cId="1102860" sldId="2147483677"/>
              <ac:spMk id="3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2:17.055" v="12"/>
            <ac:spMkLst>
              <pc:docMk/>
              <pc:sldMasterMk cId="458896973" sldId="2147483672"/>
              <pc:sldLayoutMk cId="1102860" sldId="2147483677"/>
              <ac:spMk id="4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2:17.055" v="12"/>
            <ac:spMkLst>
              <pc:docMk/>
              <pc:sldMasterMk cId="458896973" sldId="2147483672"/>
              <pc:sldLayoutMk cId="1102860" sldId="2147483677"/>
              <ac:spMk id="5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2:17.055" v="12"/>
            <ac:spMkLst>
              <pc:docMk/>
              <pc:sldMasterMk cId="458896973" sldId="2147483672"/>
              <pc:sldLayoutMk cId="1102860" sldId="2147483677"/>
              <ac:spMk id="6" creationId="{00000000-0000-0000-0000-000000000000}"/>
            </ac:spMkLst>
          </pc:spChg>
        </pc:sldLayoutChg>
        <pc:sldLayoutChg chg="modSp">
          <pc:chgData name="Nicolas Rohrbeck" userId="97cf50ec-6fdd-4c3f-be9c-69633257c89c" providerId="ADAL" clId="{1E685613-085C-417C-ADF2-610F19D55445}" dt="2026-06-08T12:32:17.055" v="12"/>
          <pc:sldLayoutMkLst>
            <pc:docMk/>
            <pc:sldMasterMk cId="458896973" sldId="2147483672"/>
            <pc:sldLayoutMk cId="1425987476" sldId="2147483680"/>
          </pc:sldLayoutMkLst>
          <pc:spChg chg="mod">
            <ac:chgData name="Nicolas Rohrbeck" userId="97cf50ec-6fdd-4c3f-be9c-69633257c89c" providerId="ADAL" clId="{1E685613-085C-417C-ADF2-610F19D55445}" dt="2026-06-08T12:32:17.055" v="12"/>
            <ac:spMkLst>
              <pc:docMk/>
              <pc:sldMasterMk cId="458896973" sldId="2147483672"/>
              <pc:sldLayoutMk cId="1425987476" sldId="2147483680"/>
              <ac:spMk id="2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2:17.055" v="12"/>
            <ac:spMkLst>
              <pc:docMk/>
              <pc:sldMasterMk cId="458896973" sldId="2147483672"/>
              <pc:sldLayoutMk cId="1425987476" sldId="2147483680"/>
              <ac:spMk id="3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2:17.055" v="12"/>
            <ac:spMkLst>
              <pc:docMk/>
              <pc:sldMasterMk cId="458896973" sldId="2147483672"/>
              <pc:sldLayoutMk cId="1425987476" sldId="2147483680"/>
              <ac:spMk id="4" creationId="{00000000-0000-0000-0000-000000000000}"/>
            </ac:spMkLst>
          </pc:spChg>
        </pc:sldLayoutChg>
        <pc:sldLayoutChg chg="modSp">
          <pc:chgData name="Nicolas Rohrbeck" userId="97cf50ec-6fdd-4c3f-be9c-69633257c89c" providerId="ADAL" clId="{1E685613-085C-417C-ADF2-610F19D55445}" dt="2026-06-08T12:32:17.055" v="12"/>
          <pc:sldLayoutMkLst>
            <pc:docMk/>
            <pc:sldMasterMk cId="458896973" sldId="2147483672"/>
            <pc:sldLayoutMk cId="3624572728" sldId="2147483681"/>
          </pc:sldLayoutMkLst>
          <pc:spChg chg="mod">
            <ac:chgData name="Nicolas Rohrbeck" userId="97cf50ec-6fdd-4c3f-be9c-69633257c89c" providerId="ADAL" clId="{1E685613-085C-417C-ADF2-610F19D55445}" dt="2026-06-08T12:32:17.055" v="12"/>
            <ac:spMkLst>
              <pc:docMk/>
              <pc:sldMasterMk cId="458896973" sldId="2147483672"/>
              <pc:sldLayoutMk cId="3624572728" sldId="2147483681"/>
              <ac:spMk id="2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2:17.055" v="12"/>
            <ac:spMkLst>
              <pc:docMk/>
              <pc:sldMasterMk cId="458896973" sldId="2147483672"/>
              <pc:sldLayoutMk cId="3624572728" sldId="2147483681"/>
              <ac:spMk id="3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2:17.055" v="12"/>
            <ac:spMkLst>
              <pc:docMk/>
              <pc:sldMasterMk cId="458896973" sldId="2147483672"/>
              <pc:sldLayoutMk cId="3624572728" sldId="2147483681"/>
              <ac:spMk id="4" creationId="{00000000-0000-0000-0000-000000000000}"/>
            </ac:spMkLst>
          </pc:spChg>
        </pc:sldLayoutChg>
        <pc:sldLayoutChg chg="modSp">
          <pc:chgData name="Nicolas Rohrbeck" userId="97cf50ec-6fdd-4c3f-be9c-69633257c89c" providerId="ADAL" clId="{1E685613-085C-417C-ADF2-610F19D55445}" dt="2026-06-08T12:32:17.055" v="12"/>
          <pc:sldLayoutMkLst>
            <pc:docMk/>
            <pc:sldMasterMk cId="458896973" sldId="2147483672"/>
            <pc:sldLayoutMk cId="510058356" sldId="2147483683"/>
          </pc:sldLayoutMkLst>
          <pc:spChg chg="mod">
            <ac:chgData name="Nicolas Rohrbeck" userId="97cf50ec-6fdd-4c3f-be9c-69633257c89c" providerId="ADAL" clId="{1E685613-085C-417C-ADF2-610F19D55445}" dt="2026-06-08T12:32:17.055" v="12"/>
            <ac:spMkLst>
              <pc:docMk/>
              <pc:sldMasterMk cId="458896973" sldId="2147483672"/>
              <pc:sldLayoutMk cId="510058356" sldId="2147483683"/>
              <ac:spMk id="2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2:17.055" v="12"/>
            <ac:spMkLst>
              <pc:docMk/>
              <pc:sldMasterMk cId="458896973" sldId="2147483672"/>
              <pc:sldLayoutMk cId="510058356" sldId="2147483683"/>
              <ac:spMk id="3" creationId="{00000000-0000-0000-0000-000000000000}"/>
            </ac:spMkLst>
          </pc:spChg>
        </pc:sldLayoutChg>
      </pc:sldMasterChg>
      <pc:sldMasterChg chg="modSp modSldLayout">
        <pc:chgData name="Nicolas Rohrbeck" userId="97cf50ec-6fdd-4c3f-be9c-69633257c89c" providerId="ADAL" clId="{1E685613-085C-417C-ADF2-610F19D55445}" dt="2026-06-08T12:31:54.023" v="3"/>
        <pc:sldMasterMkLst>
          <pc:docMk/>
          <pc:sldMasterMk cId="2486678735" sldId="2147483684"/>
        </pc:sldMasterMkLst>
        <pc:spChg chg="mod">
          <ac:chgData name="Nicolas Rohrbeck" userId="97cf50ec-6fdd-4c3f-be9c-69633257c89c" providerId="ADAL" clId="{1E685613-085C-417C-ADF2-610F19D55445}" dt="2026-06-08T12:31:54.023" v="3"/>
          <ac:spMkLst>
            <pc:docMk/>
            <pc:sldMasterMk cId="2486678735" sldId="2147483684"/>
            <ac:spMk id="2" creationId="{00000000-0000-0000-0000-000000000000}"/>
          </ac:spMkLst>
        </pc:spChg>
        <pc:spChg chg="mod">
          <ac:chgData name="Nicolas Rohrbeck" userId="97cf50ec-6fdd-4c3f-be9c-69633257c89c" providerId="ADAL" clId="{1E685613-085C-417C-ADF2-610F19D55445}" dt="2026-06-08T12:31:54.023" v="3"/>
          <ac:spMkLst>
            <pc:docMk/>
            <pc:sldMasterMk cId="2486678735" sldId="2147483684"/>
            <ac:spMk id="3" creationId="{00000000-0000-0000-0000-000000000000}"/>
          </ac:spMkLst>
        </pc:spChg>
        <pc:spChg chg="mod">
          <ac:chgData name="Nicolas Rohrbeck" userId="97cf50ec-6fdd-4c3f-be9c-69633257c89c" providerId="ADAL" clId="{1E685613-085C-417C-ADF2-610F19D55445}" dt="2026-06-08T12:31:54.023" v="3"/>
          <ac:spMkLst>
            <pc:docMk/>
            <pc:sldMasterMk cId="2486678735" sldId="2147483684"/>
            <ac:spMk id="4" creationId="{00000000-0000-0000-0000-000000000000}"/>
          </ac:spMkLst>
        </pc:spChg>
        <pc:spChg chg="mod">
          <ac:chgData name="Nicolas Rohrbeck" userId="97cf50ec-6fdd-4c3f-be9c-69633257c89c" providerId="ADAL" clId="{1E685613-085C-417C-ADF2-610F19D55445}" dt="2026-06-08T12:31:54.023" v="3"/>
          <ac:spMkLst>
            <pc:docMk/>
            <pc:sldMasterMk cId="2486678735" sldId="2147483684"/>
            <ac:spMk id="5" creationId="{00000000-0000-0000-0000-000000000000}"/>
          </ac:spMkLst>
        </pc:spChg>
        <pc:spChg chg="mod">
          <ac:chgData name="Nicolas Rohrbeck" userId="97cf50ec-6fdd-4c3f-be9c-69633257c89c" providerId="ADAL" clId="{1E685613-085C-417C-ADF2-610F19D55445}" dt="2026-06-08T12:31:54.023" v="3"/>
          <ac:spMkLst>
            <pc:docMk/>
            <pc:sldMasterMk cId="2486678735" sldId="2147483684"/>
            <ac:spMk id="6" creationId="{00000000-0000-0000-0000-000000000000}"/>
          </ac:spMkLst>
        </pc:spChg>
        <pc:sldLayoutChg chg="modSp">
          <pc:chgData name="Nicolas Rohrbeck" userId="97cf50ec-6fdd-4c3f-be9c-69633257c89c" providerId="ADAL" clId="{1E685613-085C-417C-ADF2-610F19D55445}" dt="2026-06-08T12:31:54.023" v="3"/>
          <pc:sldLayoutMkLst>
            <pc:docMk/>
            <pc:sldMasterMk cId="2486678735" sldId="2147483684"/>
            <pc:sldLayoutMk cId="1741335800" sldId="2147483685"/>
          </pc:sldLayoutMkLst>
          <pc:spChg chg="mod">
            <ac:chgData name="Nicolas Rohrbeck" userId="97cf50ec-6fdd-4c3f-be9c-69633257c89c" providerId="ADAL" clId="{1E685613-085C-417C-ADF2-610F19D55445}" dt="2026-06-08T12:31:54.023" v="3"/>
            <ac:spMkLst>
              <pc:docMk/>
              <pc:sldMasterMk cId="2486678735" sldId="2147483684"/>
              <pc:sldLayoutMk cId="1741335800" sldId="2147483685"/>
              <ac:spMk id="2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1:54.023" v="3"/>
            <ac:spMkLst>
              <pc:docMk/>
              <pc:sldMasterMk cId="2486678735" sldId="2147483684"/>
              <pc:sldLayoutMk cId="1741335800" sldId="2147483685"/>
              <ac:spMk id="3" creationId="{00000000-0000-0000-0000-000000000000}"/>
            </ac:spMkLst>
          </pc:spChg>
        </pc:sldLayoutChg>
        <pc:sldLayoutChg chg="modSp">
          <pc:chgData name="Nicolas Rohrbeck" userId="97cf50ec-6fdd-4c3f-be9c-69633257c89c" providerId="ADAL" clId="{1E685613-085C-417C-ADF2-610F19D55445}" dt="2026-06-08T12:31:54.023" v="3"/>
          <pc:sldLayoutMkLst>
            <pc:docMk/>
            <pc:sldMasterMk cId="2486678735" sldId="2147483684"/>
            <pc:sldLayoutMk cId="3490719254" sldId="2147483687"/>
          </pc:sldLayoutMkLst>
          <pc:spChg chg="mod">
            <ac:chgData name="Nicolas Rohrbeck" userId="97cf50ec-6fdd-4c3f-be9c-69633257c89c" providerId="ADAL" clId="{1E685613-085C-417C-ADF2-610F19D55445}" dt="2026-06-08T12:31:54.023" v="3"/>
            <ac:spMkLst>
              <pc:docMk/>
              <pc:sldMasterMk cId="2486678735" sldId="2147483684"/>
              <pc:sldLayoutMk cId="3490719254" sldId="2147483687"/>
              <ac:spMk id="2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1:54.023" v="3"/>
            <ac:spMkLst>
              <pc:docMk/>
              <pc:sldMasterMk cId="2486678735" sldId="2147483684"/>
              <pc:sldLayoutMk cId="3490719254" sldId="2147483687"/>
              <ac:spMk id="3" creationId="{00000000-0000-0000-0000-000000000000}"/>
            </ac:spMkLst>
          </pc:spChg>
        </pc:sldLayoutChg>
        <pc:sldLayoutChg chg="modSp">
          <pc:chgData name="Nicolas Rohrbeck" userId="97cf50ec-6fdd-4c3f-be9c-69633257c89c" providerId="ADAL" clId="{1E685613-085C-417C-ADF2-610F19D55445}" dt="2026-06-08T12:31:54.023" v="3"/>
          <pc:sldLayoutMkLst>
            <pc:docMk/>
            <pc:sldMasterMk cId="2486678735" sldId="2147483684"/>
            <pc:sldLayoutMk cId="2960688409" sldId="2147483688"/>
          </pc:sldLayoutMkLst>
          <pc:spChg chg="mod">
            <ac:chgData name="Nicolas Rohrbeck" userId="97cf50ec-6fdd-4c3f-be9c-69633257c89c" providerId="ADAL" clId="{1E685613-085C-417C-ADF2-610F19D55445}" dt="2026-06-08T12:31:54.023" v="3"/>
            <ac:spMkLst>
              <pc:docMk/>
              <pc:sldMasterMk cId="2486678735" sldId="2147483684"/>
              <pc:sldLayoutMk cId="2960688409" sldId="2147483688"/>
              <ac:spMk id="3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1:54.023" v="3"/>
            <ac:spMkLst>
              <pc:docMk/>
              <pc:sldMasterMk cId="2486678735" sldId="2147483684"/>
              <pc:sldLayoutMk cId="2960688409" sldId="2147483688"/>
              <ac:spMk id="4" creationId="{00000000-0000-0000-0000-000000000000}"/>
            </ac:spMkLst>
          </pc:spChg>
        </pc:sldLayoutChg>
        <pc:sldLayoutChg chg="modSp">
          <pc:chgData name="Nicolas Rohrbeck" userId="97cf50ec-6fdd-4c3f-be9c-69633257c89c" providerId="ADAL" clId="{1E685613-085C-417C-ADF2-610F19D55445}" dt="2026-06-08T12:31:54.023" v="3"/>
          <pc:sldLayoutMkLst>
            <pc:docMk/>
            <pc:sldMasterMk cId="2486678735" sldId="2147483684"/>
            <pc:sldLayoutMk cId="2108628214" sldId="2147483689"/>
          </pc:sldLayoutMkLst>
          <pc:spChg chg="mod">
            <ac:chgData name="Nicolas Rohrbeck" userId="97cf50ec-6fdd-4c3f-be9c-69633257c89c" providerId="ADAL" clId="{1E685613-085C-417C-ADF2-610F19D55445}" dt="2026-06-08T12:31:54.023" v="3"/>
            <ac:spMkLst>
              <pc:docMk/>
              <pc:sldMasterMk cId="2486678735" sldId="2147483684"/>
              <pc:sldLayoutMk cId="2108628214" sldId="2147483689"/>
              <ac:spMk id="2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1:54.023" v="3"/>
            <ac:spMkLst>
              <pc:docMk/>
              <pc:sldMasterMk cId="2486678735" sldId="2147483684"/>
              <pc:sldLayoutMk cId="2108628214" sldId="2147483689"/>
              <ac:spMk id="3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1:54.023" v="3"/>
            <ac:spMkLst>
              <pc:docMk/>
              <pc:sldMasterMk cId="2486678735" sldId="2147483684"/>
              <pc:sldLayoutMk cId="2108628214" sldId="2147483689"/>
              <ac:spMk id="4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1:54.023" v="3"/>
            <ac:spMkLst>
              <pc:docMk/>
              <pc:sldMasterMk cId="2486678735" sldId="2147483684"/>
              <pc:sldLayoutMk cId="2108628214" sldId="2147483689"/>
              <ac:spMk id="5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1:54.023" v="3"/>
            <ac:spMkLst>
              <pc:docMk/>
              <pc:sldMasterMk cId="2486678735" sldId="2147483684"/>
              <pc:sldLayoutMk cId="2108628214" sldId="2147483689"/>
              <ac:spMk id="6" creationId="{00000000-0000-0000-0000-000000000000}"/>
            </ac:spMkLst>
          </pc:spChg>
        </pc:sldLayoutChg>
        <pc:sldLayoutChg chg="modSp">
          <pc:chgData name="Nicolas Rohrbeck" userId="97cf50ec-6fdd-4c3f-be9c-69633257c89c" providerId="ADAL" clId="{1E685613-085C-417C-ADF2-610F19D55445}" dt="2026-06-08T12:31:54.023" v="3"/>
          <pc:sldLayoutMkLst>
            <pc:docMk/>
            <pc:sldMasterMk cId="2486678735" sldId="2147483684"/>
            <pc:sldLayoutMk cId="2240894560" sldId="2147483692"/>
          </pc:sldLayoutMkLst>
          <pc:spChg chg="mod">
            <ac:chgData name="Nicolas Rohrbeck" userId="97cf50ec-6fdd-4c3f-be9c-69633257c89c" providerId="ADAL" clId="{1E685613-085C-417C-ADF2-610F19D55445}" dt="2026-06-08T12:31:54.023" v="3"/>
            <ac:spMkLst>
              <pc:docMk/>
              <pc:sldMasterMk cId="2486678735" sldId="2147483684"/>
              <pc:sldLayoutMk cId="2240894560" sldId="2147483692"/>
              <ac:spMk id="2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1:54.023" v="3"/>
            <ac:spMkLst>
              <pc:docMk/>
              <pc:sldMasterMk cId="2486678735" sldId="2147483684"/>
              <pc:sldLayoutMk cId="2240894560" sldId="2147483692"/>
              <ac:spMk id="3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1:54.023" v="3"/>
            <ac:spMkLst>
              <pc:docMk/>
              <pc:sldMasterMk cId="2486678735" sldId="2147483684"/>
              <pc:sldLayoutMk cId="2240894560" sldId="2147483692"/>
              <ac:spMk id="4" creationId="{00000000-0000-0000-0000-000000000000}"/>
            </ac:spMkLst>
          </pc:spChg>
        </pc:sldLayoutChg>
        <pc:sldLayoutChg chg="modSp">
          <pc:chgData name="Nicolas Rohrbeck" userId="97cf50ec-6fdd-4c3f-be9c-69633257c89c" providerId="ADAL" clId="{1E685613-085C-417C-ADF2-610F19D55445}" dt="2026-06-08T12:31:54.023" v="3"/>
          <pc:sldLayoutMkLst>
            <pc:docMk/>
            <pc:sldMasterMk cId="2486678735" sldId="2147483684"/>
            <pc:sldLayoutMk cId="1179381967" sldId="2147483693"/>
          </pc:sldLayoutMkLst>
          <pc:spChg chg="mod">
            <ac:chgData name="Nicolas Rohrbeck" userId="97cf50ec-6fdd-4c3f-be9c-69633257c89c" providerId="ADAL" clId="{1E685613-085C-417C-ADF2-610F19D55445}" dt="2026-06-08T12:31:54.023" v="3"/>
            <ac:spMkLst>
              <pc:docMk/>
              <pc:sldMasterMk cId="2486678735" sldId="2147483684"/>
              <pc:sldLayoutMk cId="1179381967" sldId="2147483693"/>
              <ac:spMk id="2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1:54.023" v="3"/>
            <ac:spMkLst>
              <pc:docMk/>
              <pc:sldMasterMk cId="2486678735" sldId="2147483684"/>
              <pc:sldLayoutMk cId="1179381967" sldId="2147483693"/>
              <ac:spMk id="3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1:54.023" v="3"/>
            <ac:spMkLst>
              <pc:docMk/>
              <pc:sldMasterMk cId="2486678735" sldId="2147483684"/>
              <pc:sldLayoutMk cId="1179381967" sldId="2147483693"/>
              <ac:spMk id="4" creationId="{00000000-0000-0000-0000-000000000000}"/>
            </ac:spMkLst>
          </pc:spChg>
        </pc:sldLayoutChg>
        <pc:sldLayoutChg chg="modSp">
          <pc:chgData name="Nicolas Rohrbeck" userId="97cf50ec-6fdd-4c3f-be9c-69633257c89c" providerId="ADAL" clId="{1E685613-085C-417C-ADF2-610F19D55445}" dt="2026-06-08T12:31:54.023" v="3"/>
          <pc:sldLayoutMkLst>
            <pc:docMk/>
            <pc:sldMasterMk cId="2486678735" sldId="2147483684"/>
            <pc:sldLayoutMk cId="1761398408" sldId="2147483695"/>
          </pc:sldLayoutMkLst>
          <pc:spChg chg="mod">
            <ac:chgData name="Nicolas Rohrbeck" userId="97cf50ec-6fdd-4c3f-be9c-69633257c89c" providerId="ADAL" clId="{1E685613-085C-417C-ADF2-610F19D55445}" dt="2026-06-08T12:31:54.023" v="3"/>
            <ac:spMkLst>
              <pc:docMk/>
              <pc:sldMasterMk cId="2486678735" sldId="2147483684"/>
              <pc:sldLayoutMk cId="1761398408" sldId="2147483695"/>
              <ac:spMk id="2" creationId="{00000000-0000-0000-0000-000000000000}"/>
            </ac:spMkLst>
          </pc:spChg>
          <pc:spChg chg="mod">
            <ac:chgData name="Nicolas Rohrbeck" userId="97cf50ec-6fdd-4c3f-be9c-69633257c89c" providerId="ADAL" clId="{1E685613-085C-417C-ADF2-610F19D55445}" dt="2026-06-08T12:31:54.023" v="3"/>
            <ac:spMkLst>
              <pc:docMk/>
              <pc:sldMasterMk cId="2486678735" sldId="2147483684"/>
              <pc:sldLayoutMk cId="1761398408" sldId="2147483695"/>
              <ac:spMk id="3" creationId="{00000000-0000-0000-0000-000000000000}"/>
            </ac:spMkLst>
          </pc:sp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80016" y="1767462"/>
            <a:ext cx="12240181" cy="3759917"/>
          </a:xfrm>
        </p:spPr>
        <p:txBody>
          <a:bodyPr anchor="b"/>
          <a:lstStyle>
            <a:lvl1pPr algn="ctr">
              <a:defRPr sz="9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0028" y="5672376"/>
            <a:ext cx="10800160" cy="2607441"/>
          </a:xfrm>
        </p:spPr>
        <p:txBody>
          <a:bodyPr/>
          <a:lstStyle>
            <a:lvl1pPr marL="0" indent="0" algn="ctr">
              <a:buNone/>
              <a:defRPr sz="3780"/>
            </a:lvl1pPr>
            <a:lvl2pPr marL="719970" indent="0" algn="ctr">
              <a:buNone/>
              <a:defRPr sz="3150"/>
            </a:lvl2pPr>
            <a:lvl3pPr marL="1439940" indent="0" algn="ctr">
              <a:buNone/>
              <a:defRPr sz="2834"/>
            </a:lvl3pPr>
            <a:lvl4pPr marL="2159910" indent="0" algn="ctr">
              <a:buNone/>
              <a:defRPr sz="2520"/>
            </a:lvl4pPr>
            <a:lvl5pPr marL="2879879" indent="0" algn="ctr">
              <a:buNone/>
              <a:defRPr sz="2520"/>
            </a:lvl5pPr>
            <a:lvl6pPr marL="3599849" indent="0" algn="ctr">
              <a:buNone/>
              <a:defRPr sz="2520"/>
            </a:lvl6pPr>
            <a:lvl7pPr marL="4319819" indent="0" algn="ctr">
              <a:buNone/>
              <a:defRPr sz="2520"/>
            </a:lvl7pPr>
            <a:lvl8pPr marL="5039789" indent="0" algn="ctr">
              <a:buNone/>
              <a:defRPr sz="2520"/>
            </a:lvl8pPr>
            <a:lvl9pPr marL="5759758" indent="0" algn="ctr">
              <a:buNone/>
              <a:defRPr sz="25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3A43F-43CC-4979-8D32-E5ADDA61DC9E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31AEB-EE89-475B-8064-92821CF8FED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9473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3A43F-43CC-4979-8D32-E5ADDA61DC9E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31AEB-EE89-475B-8064-92821CF8FED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037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515" y="2692446"/>
            <a:ext cx="12420184" cy="4492400"/>
          </a:xfrm>
        </p:spPr>
        <p:txBody>
          <a:bodyPr anchor="b"/>
          <a:lstStyle>
            <a:lvl1pPr>
              <a:defRPr sz="9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515" y="7227346"/>
            <a:ext cx="12420184" cy="2362447"/>
          </a:xfrm>
        </p:spPr>
        <p:txBody>
          <a:bodyPr/>
          <a:lstStyle>
            <a:lvl1pPr marL="0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1pPr>
            <a:lvl2pPr marL="71997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2pPr>
            <a:lvl3pPr marL="1439940" indent="0">
              <a:buNone/>
              <a:defRPr sz="2834">
                <a:solidFill>
                  <a:schemeClr val="tx1">
                    <a:tint val="82000"/>
                  </a:schemeClr>
                </a:solidFill>
              </a:defRPr>
            </a:lvl3pPr>
            <a:lvl4pPr marL="215991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4pPr>
            <a:lvl5pPr marL="2879879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5pPr>
            <a:lvl6pPr marL="3599849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6pPr>
            <a:lvl7pPr marL="4319819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7pPr>
            <a:lvl8pPr marL="5039789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8pPr>
            <a:lvl9pPr marL="5759758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3A43F-43CC-4979-8D32-E5ADDA61DC9E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31AEB-EE89-475B-8064-92821CF8FED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04724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015" y="2874937"/>
            <a:ext cx="6120091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90109" y="2874937"/>
            <a:ext cx="6120091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3A43F-43CC-4979-8D32-E5ADDA61DC9E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31AEB-EE89-475B-8064-92821CF8FED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1975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574992"/>
            <a:ext cx="12420184" cy="208745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893" y="2647443"/>
            <a:ext cx="6091964" cy="129747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70" indent="0">
              <a:buNone/>
              <a:defRPr sz="3150" b="1"/>
            </a:lvl2pPr>
            <a:lvl3pPr marL="1439940" indent="0">
              <a:buNone/>
              <a:defRPr sz="2834" b="1"/>
            </a:lvl3pPr>
            <a:lvl4pPr marL="2159910" indent="0">
              <a:buNone/>
              <a:defRPr sz="2520" b="1"/>
            </a:lvl4pPr>
            <a:lvl5pPr marL="2879879" indent="0">
              <a:buNone/>
              <a:defRPr sz="2520" b="1"/>
            </a:lvl5pPr>
            <a:lvl6pPr marL="3599849" indent="0">
              <a:buNone/>
              <a:defRPr sz="2520" b="1"/>
            </a:lvl6pPr>
            <a:lvl7pPr marL="4319819" indent="0">
              <a:buNone/>
              <a:defRPr sz="2520" b="1"/>
            </a:lvl7pPr>
            <a:lvl8pPr marL="5039789" indent="0">
              <a:buNone/>
              <a:defRPr sz="2520" b="1"/>
            </a:lvl8pPr>
            <a:lvl9pPr marL="5759758" indent="0">
              <a:buNone/>
              <a:defRPr sz="25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893" y="3944915"/>
            <a:ext cx="6091964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90109" y="2647443"/>
            <a:ext cx="6121966" cy="129747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70" indent="0">
              <a:buNone/>
              <a:defRPr sz="3150" b="1"/>
            </a:lvl2pPr>
            <a:lvl3pPr marL="1439940" indent="0">
              <a:buNone/>
              <a:defRPr sz="2834" b="1"/>
            </a:lvl3pPr>
            <a:lvl4pPr marL="2159910" indent="0">
              <a:buNone/>
              <a:defRPr sz="2520" b="1"/>
            </a:lvl4pPr>
            <a:lvl5pPr marL="2879879" indent="0">
              <a:buNone/>
              <a:defRPr sz="2520" b="1"/>
            </a:lvl5pPr>
            <a:lvl6pPr marL="3599849" indent="0">
              <a:buNone/>
              <a:defRPr sz="2520" b="1"/>
            </a:lvl6pPr>
            <a:lvl7pPr marL="4319819" indent="0">
              <a:buNone/>
              <a:defRPr sz="2520" b="1"/>
            </a:lvl7pPr>
            <a:lvl8pPr marL="5039789" indent="0">
              <a:buNone/>
              <a:defRPr sz="2520" b="1"/>
            </a:lvl8pPr>
            <a:lvl9pPr marL="5759758" indent="0">
              <a:buNone/>
              <a:defRPr sz="25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90109" y="3944915"/>
            <a:ext cx="6121966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3A43F-43CC-4979-8D32-E5ADDA61DC9E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31AEB-EE89-475B-8064-92821CF8FED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2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3A43F-43CC-4979-8D32-E5ADDA61DC9E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31AEB-EE89-475B-8064-92821CF8FED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5412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3A43F-43CC-4979-8D32-E5ADDA61DC9E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31AEB-EE89-475B-8064-92821CF8FED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31670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719985"/>
            <a:ext cx="4644445" cy="2519944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966" y="1554969"/>
            <a:ext cx="7290108" cy="7674832"/>
          </a:xfrm>
        </p:spPr>
        <p:txBody>
          <a:bodyPr/>
          <a:lstStyle>
            <a:lvl1pPr>
              <a:defRPr sz="5039"/>
            </a:lvl1pPr>
            <a:lvl2pPr>
              <a:defRPr sz="4409"/>
            </a:lvl2pPr>
            <a:lvl3pPr>
              <a:defRPr sz="3780"/>
            </a:lvl3pPr>
            <a:lvl4pPr>
              <a:defRPr sz="3150"/>
            </a:lvl4pPr>
            <a:lvl5pPr>
              <a:defRPr sz="3150"/>
            </a:lvl5pPr>
            <a:lvl6pPr>
              <a:defRPr sz="3150"/>
            </a:lvl6pPr>
            <a:lvl7pPr>
              <a:defRPr sz="3150"/>
            </a:lvl7pPr>
            <a:lvl8pPr>
              <a:defRPr sz="3150"/>
            </a:lvl8pPr>
            <a:lvl9pPr>
              <a:defRPr sz="3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3239930"/>
            <a:ext cx="4644445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19970" indent="0">
              <a:buNone/>
              <a:defRPr sz="2204"/>
            </a:lvl2pPr>
            <a:lvl3pPr marL="1439940" indent="0">
              <a:buNone/>
              <a:defRPr sz="1890"/>
            </a:lvl3pPr>
            <a:lvl4pPr marL="2159910" indent="0">
              <a:buNone/>
              <a:defRPr sz="1574"/>
            </a:lvl4pPr>
            <a:lvl5pPr marL="2879879" indent="0">
              <a:buNone/>
              <a:defRPr sz="1574"/>
            </a:lvl5pPr>
            <a:lvl6pPr marL="3599849" indent="0">
              <a:buNone/>
              <a:defRPr sz="1574"/>
            </a:lvl6pPr>
            <a:lvl7pPr marL="4319819" indent="0">
              <a:buNone/>
              <a:defRPr sz="1574"/>
            </a:lvl7pPr>
            <a:lvl8pPr marL="5039789" indent="0">
              <a:buNone/>
              <a:defRPr sz="1574"/>
            </a:lvl8pPr>
            <a:lvl9pPr marL="5759758" indent="0">
              <a:buNone/>
              <a:defRPr sz="157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3A43F-43CC-4979-8D32-E5ADDA61DC9E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31AEB-EE89-475B-8064-92821CF8FED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5987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719985"/>
            <a:ext cx="4644445" cy="2519944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966" y="1554969"/>
            <a:ext cx="7290108" cy="7674832"/>
          </a:xfrm>
        </p:spPr>
        <p:txBody>
          <a:bodyPr anchor="t"/>
          <a:lstStyle>
            <a:lvl1pPr marL="0" indent="0">
              <a:buNone/>
              <a:defRPr sz="5039"/>
            </a:lvl1pPr>
            <a:lvl2pPr marL="719970" indent="0">
              <a:buNone/>
              <a:defRPr sz="4409"/>
            </a:lvl2pPr>
            <a:lvl3pPr marL="1439940" indent="0">
              <a:buNone/>
              <a:defRPr sz="3780"/>
            </a:lvl3pPr>
            <a:lvl4pPr marL="2159910" indent="0">
              <a:buNone/>
              <a:defRPr sz="3150"/>
            </a:lvl4pPr>
            <a:lvl5pPr marL="2879879" indent="0">
              <a:buNone/>
              <a:defRPr sz="3150"/>
            </a:lvl5pPr>
            <a:lvl6pPr marL="3599849" indent="0">
              <a:buNone/>
              <a:defRPr sz="3150"/>
            </a:lvl6pPr>
            <a:lvl7pPr marL="4319819" indent="0">
              <a:buNone/>
              <a:defRPr sz="3150"/>
            </a:lvl7pPr>
            <a:lvl8pPr marL="5039789" indent="0">
              <a:buNone/>
              <a:defRPr sz="3150"/>
            </a:lvl8pPr>
            <a:lvl9pPr marL="5759758" indent="0">
              <a:buNone/>
              <a:defRPr sz="315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3239930"/>
            <a:ext cx="4644445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19970" indent="0">
              <a:buNone/>
              <a:defRPr sz="2204"/>
            </a:lvl2pPr>
            <a:lvl3pPr marL="1439940" indent="0">
              <a:buNone/>
              <a:defRPr sz="1890"/>
            </a:lvl3pPr>
            <a:lvl4pPr marL="2159910" indent="0">
              <a:buNone/>
              <a:defRPr sz="1574"/>
            </a:lvl4pPr>
            <a:lvl5pPr marL="2879879" indent="0">
              <a:buNone/>
              <a:defRPr sz="1574"/>
            </a:lvl5pPr>
            <a:lvl6pPr marL="3599849" indent="0">
              <a:buNone/>
              <a:defRPr sz="1574"/>
            </a:lvl6pPr>
            <a:lvl7pPr marL="4319819" indent="0">
              <a:buNone/>
              <a:defRPr sz="1574"/>
            </a:lvl7pPr>
            <a:lvl8pPr marL="5039789" indent="0">
              <a:buNone/>
              <a:defRPr sz="1574"/>
            </a:lvl8pPr>
            <a:lvl9pPr marL="5759758" indent="0">
              <a:buNone/>
              <a:defRPr sz="157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3A43F-43CC-4979-8D32-E5ADDA61DC9E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31AEB-EE89-475B-8064-92821CF8FED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4572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3A43F-43CC-4979-8D32-E5ADDA61DC9E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31AEB-EE89-475B-8064-92821CF8FED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5156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5153" y="574988"/>
            <a:ext cx="3105045" cy="91523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016" y="574988"/>
            <a:ext cx="9135135" cy="91523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3A43F-43CC-4979-8D32-E5ADDA61DC9E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31AEB-EE89-475B-8064-92821CF8FED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0058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0015" y="574992"/>
            <a:ext cx="12420184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0015" y="2874937"/>
            <a:ext cx="12420184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016" y="10009784"/>
            <a:ext cx="3240048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93A43F-43CC-4979-8D32-E5ADDA61DC9E}" type="datetimeFigureOut">
              <a:rPr lang="de-DE" smtClean="0"/>
              <a:t>08.06.2026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70071" y="10009784"/>
            <a:ext cx="4860072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70150" y="10009784"/>
            <a:ext cx="3240048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731AEB-EE89-475B-8064-92821CF8FED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8896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439940" rtl="0" eaLnBrk="1" latinLnBrk="0" hangingPunct="1">
        <a:lnSpc>
          <a:spcPct val="90000"/>
        </a:lnSpc>
        <a:spcBef>
          <a:spcPct val="0"/>
        </a:spcBef>
        <a:buNone/>
        <a:defRPr sz="69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9984" indent="-359984" algn="l" defTabSz="1439940" rtl="0" eaLnBrk="1" latinLnBrk="0" hangingPunct="1">
        <a:lnSpc>
          <a:spcPct val="90000"/>
        </a:lnSpc>
        <a:spcBef>
          <a:spcPts val="1574"/>
        </a:spcBef>
        <a:buFont typeface="Arial" panose="020B0604020202020204" pitchFamily="34" charset="0"/>
        <a:buChar char="•"/>
        <a:defRPr sz="4409" kern="1200">
          <a:solidFill>
            <a:schemeClr val="tx1"/>
          </a:solidFill>
          <a:latin typeface="+mn-lt"/>
          <a:ea typeface="+mn-ea"/>
          <a:cs typeface="+mn-cs"/>
        </a:defRPr>
      </a:lvl1pPr>
      <a:lvl2pPr marL="1079954" indent="-359984" algn="l" defTabSz="1439940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799924" indent="-359984" algn="l" defTabSz="1439940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3pPr>
      <a:lvl4pPr marL="2519894" indent="-359984" algn="l" defTabSz="1439940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4" kern="1200">
          <a:solidFill>
            <a:schemeClr val="tx1"/>
          </a:solidFill>
          <a:latin typeface="+mn-lt"/>
          <a:ea typeface="+mn-ea"/>
          <a:cs typeface="+mn-cs"/>
        </a:defRPr>
      </a:lvl4pPr>
      <a:lvl5pPr marL="3239864" indent="-359984" algn="l" defTabSz="1439940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4" kern="1200">
          <a:solidFill>
            <a:schemeClr val="tx1"/>
          </a:solidFill>
          <a:latin typeface="+mn-lt"/>
          <a:ea typeface="+mn-ea"/>
          <a:cs typeface="+mn-cs"/>
        </a:defRPr>
      </a:lvl5pPr>
      <a:lvl6pPr marL="3959833" indent="-359984" algn="l" defTabSz="1439940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4" kern="1200">
          <a:solidFill>
            <a:schemeClr val="tx1"/>
          </a:solidFill>
          <a:latin typeface="+mn-lt"/>
          <a:ea typeface="+mn-ea"/>
          <a:cs typeface="+mn-cs"/>
        </a:defRPr>
      </a:lvl6pPr>
      <a:lvl7pPr marL="4679804" indent="-359984" algn="l" defTabSz="1439940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4" kern="1200">
          <a:solidFill>
            <a:schemeClr val="tx1"/>
          </a:solidFill>
          <a:latin typeface="+mn-lt"/>
          <a:ea typeface="+mn-ea"/>
          <a:cs typeface="+mn-cs"/>
        </a:defRPr>
      </a:lvl7pPr>
      <a:lvl8pPr marL="5399773" indent="-359984" algn="l" defTabSz="1439940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4" kern="1200">
          <a:solidFill>
            <a:schemeClr val="tx1"/>
          </a:solidFill>
          <a:latin typeface="+mn-lt"/>
          <a:ea typeface="+mn-ea"/>
          <a:cs typeface="+mn-cs"/>
        </a:defRPr>
      </a:lvl8pPr>
      <a:lvl9pPr marL="6119743" indent="-359984" algn="l" defTabSz="1439940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940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1pPr>
      <a:lvl2pPr marL="719970" algn="l" defTabSz="1439940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2pPr>
      <a:lvl3pPr marL="1439940" algn="l" defTabSz="1439940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3pPr>
      <a:lvl4pPr marL="2159910" algn="l" defTabSz="1439940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4pPr>
      <a:lvl5pPr marL="2879879" algn="l" defTabSz="1439940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5pPr>
      <a:lvl6pPr marL="3599849" algn="l" defTabSz="1439940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6pPr>
      <a:lvl7pPr marL="4319819" algn="l" defTabSz="1439940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7pPr>
      <a:lvl8pPr marL="5039789" algn="l" defTabSz="1439940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8pPr>
      <a:lvl9pPr marL="5759758" algn="l" defTabSz="1439940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C0DAAB-2EF4-98CC-08E2-A1B4172344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15" r="1413" b="1"/>
          <a:stretch>
            <a:fillRect/>
          </a:stretch>
        </p:blipFill>
        <p:spPr>
          <a:xfrm>
            <a:off x="1975090" y="2461900"/>
            <a:ext cx="10450049" cy="58770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77C4B64-4A06-A5F3-9473-640490B95895}"/>
              </a:ext>
            </a:extLst>
          </p:cNvPr>
          <p:cNvSpPr>
            <a:spLocks/>
          </p:cNvSpPr>
          <p:nvPr/>
        </p:nvSpPr>
        <p:spPr>
          <a:xfrm>
            <a:off x="1979142" y="6234804"/>
            <a:ext cx="1108240" cy="5341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543"/>
              <a:t>Rb-Lampe</a:t>
            </a:r>
            <a:endParaRPr lang="de-DE" sz="1543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AEA96A-00AF-4D13-1087-FA9B06937F52}"/>
              </a:ext>
            </a:extLst>
          </p:cNvPr>
          <p:cNvSpPr>
            <a:spLocks/>
          </p:cNvSpPr>
          <p:nvPr/>
        </p:nvSpPr>
        <p:spPr>
          <a:xfrm>
            <a:off x="5514452" y="2595589"/>
            <a:ext cx="4088505" cy="17472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543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12CCD27-1512-5544-7216-C5C2D55B8D33}"/>
              </a:ext>
            </a:extLst>
          </p:cNvPr>
          <p:cNvSpPr>
            <a:spLocks/>
          </p:cNvSpPr>
          <p:nvPr/>
        </p:nvSpPr>
        <p:spPr>
          <a:xfrm>
            <a:off x="4474795" y="2770311"/>
            <a:ext cx="1244331" cy="8087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543"/>
              <a:t>Linearpolari-</a:t>
            </a:r>
            <a:r>
              <a:rPr lang="en-GB" sz="1543" err="1"/>
              <a:t>sator</a:t>
            </a:r>
            <a:endParaRPr lang="de-DE" sz="1543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914573F-FC5C-A728-349E-0BB6696F3F3F}"/>
              </a:ext>
            </a:extLst>
          </p:cNvPr>
          <p:cNvSpPr>
            <a:spLocks/>
          </p:cNvSpPr>
          <p:nvPr/>
        </p:nvSpPr>
        <p:spPr>
          <a:xfrm>
            <a:off x="6897256" y="7510904"/>
            <a:ext cx="2051740" cy="6327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543"/>
              <a:t>Helmholtzspulen</a:t>
            </a:r>
            <a:endParaRPr lang="de-DE" sz="1543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F2AB8F9-E617-E13E-E5BD-E7319D1EA746}"/>
              </a:ext>
            </a:extLst>
          </p:cNvPr>
          <p:cNvSpPr>
            <a:spLocks/>
          </p:cNvSpPr>
          <p:nvPr/>
        </p:nvSpPr>
        <p:spPr>
          <a:xfrm>
            <a:off x="7154346" y="2682947"/>
            <a:ext cx="1537557" cy="6327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543"/>
              <a:t>Hochfrequenz-spulen</a:t>
            </a:r>
            <a:endParaRPr lang="de-DE" sz="1543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47D7CB5-C028-5179-29DD-9C26A53EF9BA}"/>
              </a:ext>
            </a:extLst>
          </p:cNvPr>
          <p:cNvSpPr>
            <a:spLocks/>
          </p:cNvSpPr>
          <p:nvPr/>
        </p:nvSpPr>
        <p:spPr>
          <a:xfrm>
            <a:off x="10591387" y="5940276"/>
            <a:ext cx="1417749" cy="89358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543"/>
              <a:t>Silizium-Photodetektor</a:t>
            </a:r>
            <a:endParaRPr lang="de-DE" sz="1543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E9F8A1C-813E-777D-3A96-62751D9B5661}"/>
              </a:ext>
            </a:extLst>
          </p:cNvPr>
          <p:cNvSpPr>
            <a:spLocks/>
          </p:cNvSpPr>
          <p:nvPr/>
        </p:nvSpPr>
        <p:spPr>
          <a:xfrm>
            <a:off x="9459555" y="7155842"/>
            <a:ext cx="843658" cy="5341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543"/>
              <a:t>Linse</a:t>
            </a:r>
            <a:endParaRPr lang="de-DE" sz="1543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3A0269E-7ABE-3707-BC2D-6B42B8805C96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2533262" y="4822050"/>
            <a:ext cx="0" cy="141275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04B4BD6A-6B53-1BEB-0EA4-2A8D07BDC75F}"/>
              </a:ext>
            </a:extLst>
          </p:cNvPr>
          <p:cNvSpPr>
            <a:spLocks/>
          </p:cNvSpPr>
          <p:nvPr/>
        </p:nvSpPr>
        <p:spPr>
          <a:xfrm>
            <a:off x="3536107" y="6207349"/>
            <a:ext cx="580566" cy="626505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543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5E63C1A-A1AB-BFCB-CECE-D46182977A05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750113" y="5441068"/>
            <a:ext cx="0" cy="232131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7F9C56A7-99A7-F7EF-6933-B5B87B9B3FD4}"/>
              </a:ext>
            </a:extLst>
          </p:cNvPr>
          <p:cNvSpPr>
            <a:spLocks/>
          </p:cNvSpPr>
          <p:nvPr/>
        </p:nvSpPr>
        <p:spPr>
          <a:xfrm>
            <a:off x="3328284" y="5673196"/>
            <a:ext cx="843658" cy="5341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543"/>
              <a:t>Linse</a:t>
            </a:r>
            <a:endParaRPr lang="de-DE" sz="1543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097AA04-7DB4-20D6-CBF4-A85592782801}"/>
              </a:ext>
            </a:extLst>
          </p:cNvPr>
          <p:cNvSpPr>
            <a:spLocks/>
          </p:cNvSpPr>
          <p:nvPr/>
        </p:nvSpPr>
        <p:spPr>
          <a:xfrm>
            <a:off x="4640351" y="5528428"/>
            <a:ext cx="1440242" cy="24211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543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5DCAAF9-3F3D-FB21-C36B-471EF502FFDA}"/>
              </a:ext>
            </a:extLst>
          </p:cNvPr>
          <p:cNvSpPr>
            <a:spLocks/>
          </p:cNvSpPr>
          <p:nvPr/>
        </p:nvSpPr>
        <p:spPr>
          <a:xfrm>
            <a:off x="3797358" y="7008578"/>
            <a:ext cx="1158161" cy="7837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543"/>
              <a:t>Interferenz-filter</a:t>
            </a:r>
            <a:endParaRPr lang="de-DE" sz="1543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A23558-66C1-68BB-F90A-AF5B0CB01EAA}"/>
              </a:ext>
            </a:extLst>
          </p:cNvPr>
          <p:cNvSpPr>
            <a:spLocks/>
          </p:cNvSpPr>
          <p:nvPr/>
        </p:nvSpPr>
        <p:spPr>
          <a:xfrm>
            <a:off x="5514451" y="7275651"/>
            <a:ext cx="843658" cy="5341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543"/>
              <a:t>Linse</a:t>
            </a:r>
            <a:endParaRPr lang="de-DE" sz="1543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60F20F-17AD-B9E7-AAA1-270E9B6EABF0}"/>
              </a:ext>
            </a:extLst>
          </p:cNvPr>
          <p:cNvSpPr>
            <a:spLocks/>
          </p:cNvSpPr>
          <p:nvPr/>
        </p:nvSpPr>
        <p:spPr>
          <a:xfrm>
            <a:off x="5119517" y="6309063"/>
            <a:ext cx="662101" cy="7837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543"/>
              <a:t>λ</a:t>
            </a:r>
            <a:r>
              <a:rPr lang="en-GB" sz="1543"/>
              <a:t>/4-Plätt-chen</a:t>
            </a:r>
            <a:endParaRPr lang="de-DE" sz="1543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BF0E2C5-68B9-FAB6-399F-89B7E8985A53}"/>
              </a:ext>
            </a:extLst>
          </p:cNvPr>
          <p:cNvCxnSpPr>
            <a:cxnSpLocks/>
          </p:cNvCxnSpPr>
          <p:nvPr/>
        </p:nvCxnSpPr>
        <p:spPr>
          <a:xfrm>
            <a:off x="4730695" y="5507834"/>
            <a:ext cx="0" cy="1474533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B9F22F-BE15-F802-9548-4DADF09350A3}"/>
              </a:ext>
            </a:extLst>
          </p:cNvPr>
          <p:cNvCxnSpPr>
            <a:cxnSpLocks/>
          </p:cNvCxnSpPr>
          <p:nvPr/>
        </p:nvCxnSpPr>
        <p:spPr>
          <a:xfrm>
            <a:off x="5096960" y="3579026"/>
            <a:ext cx="0" cy="324484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5201A50-3021-A506-A566-83485938CB3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5450567" y="5507836"/>
            <a:ext cx="1" cy="80122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4AC29CD-D708-3F6C-D5A2-B278A05C7E19}"/>
              </a:ext>
            </a:extLst>
          </p:cNvPr>
          <p:cNvCxnSpPr>
            <a:cxnSpLocks/>
          </p:cNvCxnSpPr>
          <p:nvPr/>
        </p:nvCxnSpPr>
        <p:spPr>
          <a:xfrm>
            <a:off x="5899672" y="5470083"/>
            <a:ext cx="0" cy="180556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153EE57-6D65-F1F1-A16E-FD330A515B1C}"/>
              </a:ext>
            </a:extLst>
          </p:cNvPr>
          <p:cNvCxnSpPr>
            <a:cxnSpLocks/>
          </p:cNvCxnSpPr>
          <p:nvPr/>
        </p:nvCxnSpPr>
        <p:spPr>
          <a:xfrm>
            <a:off x="7886517" y="5171182"/>
            <a:ext cx="0" cy="648371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41B39D5-D7AE-2C5A-A5C2-CEC8E6E7F0E5}"/>
              </a:ext>
            </a:extLst>
          </p:cNvPr>
          <p:cNvCxnSpPr>
            <a:cxnSpLocks/>
          </p:cNvCxnSpPr>
          <p:nvPr/>
        </p:nvCxnSpPr>
        <p:spPr>
          <a:xfrm>
            <a:off x="8050424" y="4856995"/>
            <a:ext cx="224168" cy="93602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E9FF5E5-F977-6D5F-A3F6-947EEEEFCDFF}"/>
              </a:ext>
            </a:extLst>
          </p:cNvPr>
          <p:cNvCxnSpPr>
            <a:cxnSpLocks/>
          </p:cNvCxnSpPr>
          <p:nvPr/>
        </p:nvCxnSpPr>
        <p:spPr>
          <a:xfrm>
            <a:off x="9923279" y="5441066"/>
            <a:ext cx="0" cy="171477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DF982F10-5253-318A-9A3B-7444938F2C29}"/>
              </a:ext>
            </a:extLst>
          </p:cNvPr>
          <p:cNvCxnSpPr>
            <a:cxnSpLocks/>
          </p:cNvCxnSpPr>
          <p:nvPr/>
        </p:nvCxnSpPr>
        <p:spPr>
          <a:xfrm>
            <a:off x="12478947" y="3854424"/>
            <a:ext cx="10816" cy="149387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C479DB4-1FE6-856B-B9DA-AB78DD0D5F2A}"/>
              </a:ext>
            </a:extLst>
          </p:cNvPr>
          <p:cNvCxnSpPr>
            <a:cxnSpLocks/>
          </p:cNvCxnSpPr>
          <p:nvPr/>
        </p:nvCxnSpPr>
        <p:spPr>
          <a:xfrm flipH="1">
            <a:off x="11629738" y="5326249"/>
            <a:ext cx="863626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56F9D3F1-763C-BC12-46D8-33A611A6BF18}"/>
              </a:ext>
            </a:extLst>
          </p:cNvPr>
          <p:cNvCxnSpPr>
            <a:cxnSpLocks/>
          </p:cNvCxnSpPr>
          <p:nvPr/>
        </p:nvCxnSpPr>
        <p:spPr>
          <a:xfrm flipH="1">
            <a:off x="11612078" y="3874389"/>
            <a:ext cx="87292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C65333D7-4191-D113-43F6-9E55E279F162}"/>
              </a:ext>
            </a:extLst>
          </p:cNvPr>
          <p:cNvSpPr>
            <a:spLocks/>
          </p:cNvSpPr>
          <p:nvPr/>
        </p:nvSpPr>
        <p:spPr>
          <a:xfrm>
            <a:off x="12060042" y="4207113"/>
            <a:ext cx="849917" cy="820253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543"/>
              <a:t>CH2</a:t>
            </a:r>
            <a:endParaRPr lang="de-DE" sz="1543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34CF841-0DA4-5679-294B-310608964CE2}"/>
              </a:ext>
            </a:extLst>
          </p:cNvPr>
          <p:cNvCxnSpPr>
            <a:cxnSpLocks/>
          </p:cNvCxnSpPr>
          <p:nvPr/>
        </p:nvCxnSpPr>
        <p:spPr>
          <a:xfrm>
            <a:off x="12327416" y="4391919"/>
            <a:ext cx="29844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4371F28-1504-9BD3-1D74-1015CE7010DE}"/>
              </a:ext>
            </a:extLst>
          </p:cNvPr>
          <p:cNvCxnSpPr>
            <a:cxnSpLocks/>
          </p:cNvCxnSpPr>
          <p:nvPr/>
        </p:nvCxnSpPr>
        <p:spPr>
          <a:xfrm>
            <a:off x="12335779" y="4853008"/>
            <a:ext cx="29844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FBE105A-6772-02FE-EAA8-9F65DD0C1AB2}"/>
              </a:ext>
            </a:extLst>
          </p:cNvPr>
          <p:cNvCxnSpPr>
            <a:cxnSpLocks/>
          </p:cNvCxnSpPr>
          <p:nvPr/>
        </p:nvCxnSpPr>
        <p:spPr>
          <a:xfrm>
            <a:off x="12485000" y="4221419"/>
            <a:ext cx="0" cy="17050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D4C6542-4F3A-6BEB-EC9F-BF9144D80A07}"/>
              </a:ext>
            </a:extLst>
          </p:cNvPr>
          <p:cNvCxnSpPr>
            <a:cxnSpLocks/>
          </p:cNvCxnSpPr>
          <p:nvPr/>
        </p:nvCxnSpPr>
        <p:spPr>
          <a:xfrm>
            <a:off x="12487286" y="4856866"/>
            <a:ext cx="0" cy="17050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420DEE3-FECA-AC36-0D1D-62C9C8BA193C}"/>
              </a:ext>
            </a:extLst>
          </p:cNvPr>
          <p:cNvCxnSpPr>
            <a:cxnSpLocks/>
          </p:cNvCxnSpPr>
          <p:nvPr/>
        </p:nvCxnSpPr>
        <p:spPr>
          <a:xfrm>
            <a:off x="6564810" y="2119591"/>
            <a:ext cx="0" cy="672423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B0EF43DF-571E-8430-2414-F2F48756B6A3}"/>
              </a:ext>
            </a:extLst>
          </p:cNvPr>
          <p:cNvCxnSpPr>
            <a:cxnSpLocks/>
          </p:cNvCxnSpPr>
          <p:nvPr/>
        </p:nvCxnSpPr>
        <p:spPr>
          <a:xfrm>
            <a:off x="9280340" y="2117323"/>
            <a:ext cx="0" cy="67826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28" name="Picture 4" descr="Generator Symbols - ClipArt Best">
            <a:extLst>
              <a:ext uri="{FF2B5EF4-FFF2-40B4-BE49-F238E27FC236}">
                <a16:creationId xmlns:a16="http://schemas.microsoft.com/office/drawing/2014/main" id="{D2A6BE49-3976-D018-7DCF-D44CFBB9CB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7595" y="1008350"/>
            <a:ext cx="1337215" cy="873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3" name="Rectangle 1032">
            <a:extLst>
              <a:ext uri="{FF2B5EF4-FFF2-40B4-BE49-F238E27FC236}">
                <a16:creationId xmlns:a16="http://schemas.microsoft.com/office/drawing/2014/main" id="{5C4FFE2E-7B9C-14B0-9C5E-90C179E1179C}"/>
              </a:ext>
            </a:extLst>
          </p:cNvPr>
          <p:cNvSpPr>
            <a:spLocks/>
          </p:cNvSpPr>
          <p:nvPr/>
        </p:nvSpPr>
        <p:spPr>
          <a:xfrm>
            <a:off x="7600128" y="6143625"/>
            <a:ext cx="977137" cy="3654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543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CDA7174-9A37-777F-524F-C771BCE10E75}"/>
              </a:ext>
            </a:extLst>
          </p:cNvPr>
          <p:cNvSpPr>
            <a:spLocks/>
          </p:cNvSpPr>
          <p:nvPr/>
        </p:nvSpPr>
        <p:spPr>
          <a:xfrm>
            <a:off x="7200106" y="6417638"/>
            <a:ext cx="1297938" cy="5865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543"/>
              <a:t>Absorptions-zelle</a:t>
            </a:r>
            <a:endParaRPr lang="de-DE" sz="1543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386250F-1CB2-7AAF-27C8-F5D053D2B09D}"/>
              </a:ext>
            </a:extLst>
          </p:cNvPr>
          <p:cNvSpPr>
            <a:spLocks/>
          </p:cNvSpPr>
          <p:nvPr/>
        </p:nvSpPr>
        <p:spPr>
          <a:xfrm>
            <a:off x="6909735" y="5819553"/>
            <a:ext cx="1297938" cy="50669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543"/>
              <a:t>Absorptions-kammer</a:t>
            </a:r>
            <a:endParaRPr lang="de-DE" sz="1543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2E2B1A0-531A-51C1-EB58-BBB455716CE1}"/>
              </a:ext>
            </a:extLst>
          </p:cNvPr>
          <p:cNvCxnSpPr>
            <a:cxnSpLocks/>
          </p:cNvCxnSpPr>
          <p:nvPr/>
        </p:nvCxnSpPr>
        <p:spPr>
          <a:xfrm>
            <a:off x="8275896" y="4950595"/>
            <a:ext cx="0" cy="1467043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4" name="Isosceles Triangle 1033">
            <a:extLst>
              <a:ext uri="{FF2B5EF4-FFF2-40B4-BE49-F238E27FC236}">
                <a16:creationId xmlns:a16="http://schemas.microsoft.com/office/drawing/2014/main" id="{4AB8D5BC-E9FB-9624-A74B-8815CCABF3F8}"/>
              </a:ext>
            </a:extLst>
          </p:cNvPr>
          <p:cNvSpPr>
            <a:spLocks/>
          </p:cNvSpPr>
          <p:nvPr/>
        </p:nvSpPr>
        <p:spPr>
          <a:xfrm rot="5400000">
            <a:off x="7265330" y="1193316"/>
            <a:ext cx="556461" cy="520241"/>
          </a:xfrm>
          <a:prstGeom prst="triangl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543"/>
          </a:p>
        </p:txBody>
      </p:sp>
      <p:cxnSp>
        <p:nvCxnSpPr>
          <p:cNvPr id="1038" name="Straight Connector 1037">
            <a:extLst>
              <a:ext uri="{FF2B5EF4-FFF2-40B4-BE49-F238E27FC236}">
                <a16:creationId xmlns:a16="http://schemas.microsoft.com/office/drawing/2014/main" id="{2EE4022F-7D95-DCEA-A855-A46E22C201BA}"/>
              </a:ext>
            </a:extLst>
          </p:cNvPr>
          <p:cNvCxnSpPr>
            <a:cxnSpLocks/>
          </p:cNvCxnSpPr>
          <p:nvPr/>
        </p:nvCxnSpPr>
        <p:spPr>
          <a:xfrm flipH="1">
            <a:off x="6564810" y="2146904"/>
            <a:ext cx="2715531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4" name="Oval 1043">
            <a:extLst>
              <a:ext uri="{FF2B5EF4-FFF2-40B4-BE49-F238E27FC236}">
                <a16:creationId xmlns:a16="http://schemas.microsoft.com/office/drawing/2014/main" id="{3CC806F6-4699-36DF-60AA-EF3FFCFBDB52}"/>
              </a:ext>
            </a:extLst>
          </p:cNvPr>
          <p:cNvSpPr>
            <a:spLocks/>
          </p:cNvSpPr>
          <p:nvPr/>
        </p:nvSpPr>
        <p:spPr>
          <a:xfrm>
            <a:off x="3561479" y="1032629"/>
            <a:ext cx="849917" cy="820253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543"/>
              <a:t>CH1</a:t>
            </a:r>
            <a:endParaRPr lang="de-DE" sz="1543"/>
          </a:p>
        </p:txBody>
      </p:sp>
      <p:cxnSp>
        <p:nvCxnSpPr>
          <p:cNvPr id="1045" name="Straight Connector 1044">
            <a:extLst>
              <a:ext uri="{FF2B5EF4-FFF2-40B4-BE49-F238E27FC236}">
                <a16:creationId xmlns:a16="http://schemas.microsoft.com/office/drawing/2014/main" id="{EC15636A-6E94-48F8-8E3B-808AA82F4C42}"/>
              </a:ext>
            </a:extLst>
          </p:cNvPr>
          <p:cNvCxnSpPr>
            <a:cxnSpLocks/>
          </p:cNvCxnSpPr>
          <p:nvPr/>
        </p:nvCxnSpPr>
        <p:spPr>
          <a:xfrm>
            <a:off x="3828853" y="1217436"/>
            <a:ext cx="29844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6" name="Straight Connector 1045">
            <a:extLst>
              <a:ext uri="{FF2B5EF4-FFF2-40B4-BE49-F238E27FC236}">
                <a16:creationId xmlns:a16="http://schemas.microsoft.com/office/drawing/2014/main" id="{3C469AFA-6CEA-2782-5C88-BF1B7659A34A}"/>
              </a:ext>
            </a:extLst>
          </p:cNvPr>
          <p:cNvCxnSpPr>
            <a:cxnSpLocks/>
          </p:cNvCxnSpPr>
          <p:nvPr/>
        </p:nvCxnSpPr>
        <p:spPr>
          <a:xfrm>
            <a:off x="3837216" y="1678524"/>
            <a:ext cx="29844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7" name="Straight Connector 1046">
            <a:extLst>
              <a:ext uri="{FF2B5EF4-FFF2-40B4-BE49-F238E27FC236}">
                <a16:creationId xmlns:a16="http://schemas.microsoft.com/office/drawing/2014/main" id="{605EA3C5-A812-174F-A8E4-48F232E8A1B3}"/>
              </a:ext>
            </a:extLst>
          </p:cNvPr>
          <p:cNvCxnSpPr>
            <a:cxnSpLocks/>
          </p:cNvCxnSpPr>
          <p:nvPr/>
        </p:nvCxnSpPr>
        <p:spPr>
          <a:xfrm>
            <a:off x="3986437" y="1046935"/>
            <a:ext cx="0" cy="17050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8" name="Straight Connector 1047">
            <a:extLst>
              <a:ext uri="{FF2B5EF4-FFF2-40B4-BE49-F238E27FC236}">
                <a16:creationId xmlns:a16="http://schemas.microsoft.com/office/drawing/2014/main" id="{91090FCB-A846-88D4-0267-399A6874AF78}"/>
              </a:ext>
            </a:extLst>
          </p:cNvPr>
          <p:cNvCxnSpPr>
            <a:cxnSpLocks/>
          </p:cNvCxnSpPr>
          <p:nvPr/>
        </p:nvCxnSpPr>
        <p:spPr>
          <a:xfrm>
            <a:off x="3988723" y="1682381"/>
            <a:ext cx="0" cy="17050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A2F32426-AE03-6782-084A-D446379F076F}"/>
              </a:ext>
            </a:extLst>
          </p:cNvPr>
          <p:cNvCxnSpPr>
            <a:cxnSpLocks/>
          </p:cNvCxnSpPr>
          <p:nvPr/>
        </p:nvCxnSpPr>
        <p:spPr>
          <a:xfrm flipH="1">
            <a:off x="6327775" y="1447087"/>
            <a:ext cx="955665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1" name="Straight Connector 1060">
            <a:extLst>
              <a:ext uri="{FF2B5EF4-FFF2-40B4-BE49-F238E27FC236}">
                <a16:creationId xmlns:a16="http://schemas.microsoft.com/office/drawing/2014/main" id="{A992E1AF-7822-F30B-D55B-07A321DDCD4D}"/>
              </a:ext>
            </a:extLst>
          </p:cNvPr>
          <p:cNvCxnSpPr>
            <a:cxnSpLocks/>
            <a:stCxn id="1028" idx="1"/>
            <a:endCxn id="1044" idx="6"/>
          </p:cNvCxnSpPr>
          <p:nvPr/>
        </p:nvCxnSpPr>
        <p:spPr>
          <a:xfrm flipH="1" flipV="1">
            <a:off x="4411396" y="1442756"/>
            <a:ext cx="816199" cy="2279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6" name="Straight Connector 1085">
            <a:extLst>
              <a:ext uri="{FF2B5EF4-FFF2-40B4-BE49-F238E27FC236}">
                <a16:creationId xmlns:a16="http://schemas.microsoft.com/office/drawing/2014/main" id="{9E313DE0-7A53-2698-E94D-8B341D219569}"/>
              </a:ext>
            </a:extLst>
          </p:cNvPr>
          <p:cNvCxnSpPr>
            <a:cxnSpLocks/>
            <a:stCxn id="1034" idx="0"/>
          </p:cNvCxnSpPr>
          <p:nvPr/>
        </p:nvCxnSpPr>
        <p:spPr>
          <a:xfrm>
            <a:off x="7803681" y="1453437"/>
            <a:ext cx="159219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2" name="Straight Connector 1091">
            <a:extLst>
              <a:ext uri="{FF2B5EF4-FFF2-40B4-BE49-F238E27FC236}">
                <a16:creationId xmlns:a16="http://schemas.microsoft.com/office/drawing/2014/main" id="{47843B72-DAFA-5FF4-2D3E-CF462A08935D}"/>
              </a:ext>
            </a:extLst>
          </p:cNvPr>
          <p:cNvCxnSpPr/>
          <p:nvPr/>
        </p:nvCxnSpPr>
        <p:spPr>
          <a:xfrm flipV="1">
            <a:off x="7940675" y="1430056"/>
            <a:ext cx="0" cy="70414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18816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16</Words>
  <Application>Microsoft Office PowerPoint</Application>
  <PresentationFormat>Custom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nicolas rohrbeck</dc:creator>
  <cp:lastModifiedBy>nicolas rohrbeck</cp:lastModifiedBy>
  <cp:revision>1</cp:revision>
  <dcterms:created xsi:type="dcterms:W3CDTF">2026-06-08T11:24:25Z</dcterms:created>
  <dcterms:modified xsi:type="dcterms:W3CDTF">2026-06-08T12:35:40Z</dcterms:modified>
</cp:coreProperties>
</file>