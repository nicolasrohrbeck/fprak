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4400213" cy="10799763"/>
  <p:notesSz cx="6858000" cy="9144000"/>
  <p:defaultTextStyle>
    <a:defPPr>
      <a:defRPr lang="en-US"/>
    </a:defPPr>
    <a:lvl1pPr marL="0" algn="l" defTabSz="4571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1" algn="l" defTabSz="4571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02" algn="l" defTabSz="4571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53" algn="l" defTabSz="4571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04" algn="l" defTabSz="4571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56" algn="l" defTabSz="4571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06" algn="l" defTabSz="4571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57" algn="l" defTabSz="4571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08" algn="l" defTabSz="4571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E06F60-0186-47B6-B46D-446481CEC3EE}" v="20" dt="2026-06-10T11:47:06.9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60"/>
  </p:normalViewPr>
  <p:slideViewPr>
    <p:cSldViewPr snapToGrid="0">
      <p:cViewPr>
        <p:scale>
          <a:sx n="66" d="100"/>
          <a:sy n="66" d="100"/>
        </p:scale>
        <p:origin x="309" y="-1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Rohrbeck" userId="97cf50ec-6fdd-4c3f-be9c-69633257c89c" providerId="ADAL" clId="{1E685613-085C-417C-ADF2-610F19D55445}"/>
    <pc:docChg chg="undo custSel modSld modMainMaster">
      <pc:chgData name="Nicolas Rohrbeck" userId="97cf50ec-6fdd-4c3f-be9c-69633257c89c" providerId="ADAL" clId="{1E685613-085C-417C-ADF2-610F19D55445}" dt="2026-06-10T11:48:01.132" v="324" actId="1076"/>
      <pc:docMkLst>
        <pc:docMk/>
      </pc:docMkLst>
      <pc:sldChg chg="addSp delSp modSp mod">
        <pc:chgData name="Nicolas Rohrbeck" userId="97cf50ec-6fdd-4c3f-be9c-69633257c89c" providerId="ADAL" clId="{1E685613-085C-417C-ADF2-610F19D55445}" dt="2026-06-10T11:48:01.132" v="324" actId="1076"/>
        <pc:sldMkLst>
          <pc:docMk/>
          <pc:sldMk cId="3631881611" sldId="256"/>
        </pc:sldMkLst>
        <pc:spChg chg="mod">
          <ac:chgData name="Nicolas Rohrbeck" userId="97cf50ec-6fdd-4c3f-be9c-69633257c89c" providerId="ADAL" clId="{1E685613-085C-417C-ADF2-610F19D55445}" dt="2026-06-08T12:32:17.055" v="12"/>
          <ac:spMkLst>
            <pc:docMk/>
            <pc:sldMk cId="3631881611" sldId="256"/>
            <ac:spMk id="7" creationId="{22AEA96A-00AF-4D13-1087-FA9B06937F52}"/>
          </ac:spMkLst>
        </pc:spChg>
        <pc:spChg chg="mod">
          <ac:chgData name="Nicolas Rohrbeck" userId="97cf50ec-6fdd-4c3f-be9c-69633257c89c" providerId="ADAL" clId="{1E685613-085C-417C-ADF2-610F19D55445}" dt="2026-06-08T12:32:17.055" v="12"/>
          <ac:spMkLst>
            <pc:docMk/>
            <pc:sldMk cId="3631881611" sldId="256"/>
            <ac:spMk id="8" creationId="{7F9C56A7-99A7-F7EF-6933-B5B87B9B3FD4}"/>
          </ac:spMkLst>
        </pc:spChg>
        <pc:spChg chg="mod">
          <ac:chgData name="Nicolas Rohrbeck" userId="97cf50ec-6fdd-4c3f-be9c-69633257c89c" providerId="ADAL" clId="{1E685613-085C-417C-ADF2-610F19D55445}" dt="2026-06-08T12:32:17.055" v="12"/>
          <ac:spMkLst>
            <pc:docMk/>
            <pc:sldMk cId="3631881611" sldId="256"/>
            <ac:spMk id="9" creationId="{D5DCAAF9-3F3D-FB21-C36B-471EF502FFDA}"/>
          </ac:spMkLst>
        </pc:spChg>
        <pc:spChg chg="mod">
          <ac:chgData name="Nicolas Rohrbeck" userId="97cf50ec-6fdd-4c3f-be9c-69633257c89c" providerId="ADAL" clId="{1E685613-085C-417C-ADF2-610F19D55445}" dt="2026-06-08T12:32:17.055" v="12"/>
          <ac:spMkLst>
            <pc:docMk/>
            <pc:sldMk cId="3631881611" sldId="256"/>
            <ac:spMk id="13" creationId="{1B60F20F-17AD-B9E7-AAA1-270E9B6EABF0}"/>
          </ac:spMkLst>
        </pc:spChg>
        <pc:spChg chg="mod">
          <ac:chgData name="Nicolas Rohrbeck" userId="97cf50ec-6fdd-4c3f-be9c-69633257c89c" providerId="ADAL" clId="{1E685613-085C-417C-ADF2-610F19D55445}" dt="2026-06-08T12:32:16.530" v="11" actId="34135"/>
          <ac:spMkLst>
            <pc:docMk/>
            <pc:sldMk cId="3631881611" sldId="256"/>
            <ac:spMk id="15" creationId="{59A23558-66C1-68BB-F90A-AF5B0CB01EAA}"/>
          </ac:spMkLst>
        </pc:spChg>
        <pc:spChg chg="add del">
          <ac:chgData name="Nicolas Rohrbeck" userId="97cf50ec-6fdd-4c3f-be9c-69633257c89c" providerId="ADAL" clId="{1E685613-085C-417C-ADF2-610F19D55445}" dt="2026-06-10T11:37:16.697" v="88" actId="478"/>
          <ac:spMkLst>
            <pc:docMk/>
            <pc:sldMk cId="3631881611" sldId="256"/>
            <ac:spMk id="19" creationId="{72C0E9A5-6729-55F2-087E-29A8C1DCB7A3}"/>
          </ac:spMkLst>
        </pc:spChg>
        <pc:spChg chg="mod">
          <ac:chgData name="Nicolas Rohrbeck" userId="97cf50ec-6fdd-4c3f-be9c-69633257c89c" providerId="ADAL" clId="{1E685613-085C-417C-ADF2-610F19D55445}" dt="2026-06-08T12:32:17.055" v="12"/>
          <ac:spMkLst>
            <pc:docMk/>
            <pc:sldMk cId="3631881611" sldId="256"/>
            <ac:spMk id="25" creationId="{8386250F-1CB2-7AAF-27C8-F5D053D2B09D}"/>
          </ac:spMkLst>
        </pc:spChg>
        <pc:spChg chg="mod">
          <ac:chgData name="Nicolas Rohrbeck" userId="97cf50ec-6fdd-4c3f-be9c-69633257c89c" providerId="ADAL" clId="{1E685613-085C-417C-ADF2-610F19D55445}" dt="2026-06-08T12:32:16.530" v="11" actId="34135"/>
          <ac:spMkLst>
            <pc:docMk/>
            <pc:sldMk cId="3631881611" sldId="256"/>
            <ac:spMk id="26" creationId="{1CDA7174-9A37-777F-524F-C771BCE10E75}"/>
          </ac:spMkLst>
        </pc:spChg>
        <pc:spChg chg="mod">
          <ac:chgData name="Nicolas Rohrbeck" userId="97cf50ec-6fdd-4c3f-be9c-69633257c89c" providerId="ADAL" clId="{1E685613-085C-417C-ADF2-610F19D55445}" dt="2026-06-08T12:32:17.055" v="12"/>
          <ac:spMkLst>
            <pc:docMk/>
            <pc:sldMk cId="3631881611" sldId="256"/>
            <ac:spMk id="27" creationId="{FF2AB8F9-E617-E13E-E5BD-E7319D1EA746}"/>
          </ac:spMkLst>
        </pc:spChg>
        <pc:spChg chg="mod">
          <ac:chgData name="Nicolas Rohrbeck" userId="97cf50ec-6fdd-4c3f-be9c-69633257c89c" providerId="ADAL" clId="{1E685613-085C-417C-ADF2-610F19D55445}" dt="2026-06-08T12:32:17.055" v="12"/>
          <ac:spMkLst>
            <pc:docMk/>
            <pc:sldMk cId="3631881611" sldId="256"/>
            <ac:spMk id="28" creationId="{447D7CB5-C028-5179-29DD-9C26A53EF9BA}"/>
          </ac:spMkLst>
        </pc:spChg>
        <pc:spChg chg="mod">
          <ac:chgData name="Nicolas Rohrbeck" userId="97cf50ec-6fdd-4c3f-be9c-69633257c89c" providerId="ADAL" clId="{1E685613-085C-417C-ADF2-610F19D55445}" dt="2026-06-08T12:32:16.530" v="11" actId="34135"/>
          <ac:spMkLst>
            <pc:docMk/>
            <pc:sldMk cId="3631881611" sldId="256"/>
            <ac:spMk id="29" creationId="{2E9F8A1C-813E-777D-3A96-62751D9B5661}"/>
          </ac:spMkLst>
        </pc:spChg>
        <pc:spChg chg="mod">
          <ac:chgData name="Nicolas Rohrbeck" userId="97cf50ec-6fdd-4c3f-be9c-69633257c89c" providerId="ADAL" clId="{1E685613-085C-417C-ADF2-610F19D55445}" dt="2026-06-08T12:32:17.055" v="12"/>
          <ac:spMkLst>
            <pc:docMk/>
            <pc:sldMk cId="3631881611" sldId="256"/>
            <ac:spMk id="38" creationId="{D097AA04-7DB4-20D6-CBF4-A85592782801}"/>
          </ac:spMkLst>
        </pc:spChg>
        <pc:spChg chg="add mod">
          <ac:chgData name="Nicolas Rohrbeck" userId="97cf50ec-6fdd-4c3f-be9c-69633257c89c" providerId="ADAL" clId="{1E685613-085C-417C-ADF2-610F19D55445}" dt="2026-06-10T11:42:40.315" v="142" actId="20577"/>
          <ac:spMkLst>
            <pc:docMk/>
            <pc:sldMk cId="3631881611" sldId="256"/>
            <ac:spMk id="45" creationId="{55886289-CCD6-FA46-402B-A943AFDE208F}"/>
          </ac:spMkLst>
        </pc:spChg>
        <pc:spChg chg="add mod">
          <ac:chgData name="Nicolas Rohrbeck" userId="97cf50ec-6fdd-4c3f-be9c-69633257c89c" providerId="ADAL" clId="{1E685613-085C-417C-ADF2-610F19D55445}" dt="2026-06-10T11:42:31.176" v="140" actId="1076"/>
          <ac:spMkLst>
            <pc:docMk/>
            <pc:sldMk cId="3631881611" sldId="256"/>
            <ac:spMk id="51" creationId="{E5C7C253-934E-86C8-088E-C5DEC114EA98}"/>
          </ac:spMkLst>
        </pc:spChg>
        <pc:spChg chg="add mod ord">
          <ac:chgData name="Nicolas Rohrbeck" userId="97cf50ec-6fdd-4c3f-be9c-69633257c89c" providerId="ADAL" clId="{1E685613-085C-417C-ADF2-610F19D55445}" dt="2026-06-10T11:47:24.581" v="202" actId="170"/>
          <ac:spMkLst>
            <pc:docMk/>
            <pc:sldMk cId="3631881611" sldId="256"/>
            <ac:spMk id="52" creationId="{65FE92F4-14C3-3F52-447F-00F7FC710145}"/>
          </ac:spMkLst>
        </pc:spChg>
        <pc:spChg chg="mod">
          <ac:chgData name="Nicolas Rohrbeck" userId="97cf50ec-6fdd-4c3f-be9c-69633257c89c" providerId="ADAL" clId="{1E685613-085C-417C-ADF2-610F19D55445}" dt="2026-06-10T11:47:48.147" v="322" actId="6549"/>
          <ac:spMkLst>
            <pc:docMk/>
            <pc:sldMk cId="3631881611" sldId="256"/>
            <ac:spMk id="55" creationId="{D8BF7E61-80E9-8FD0-A7B2-DB9B4551AF70}"/>
          </ac:spMkLst>
        </pc:spChg>
        <pc:spChg chg="del mod ord">
          <ac:chgData name="Nicolas Rohrbeck" userId="97cf50ec-6fdd-4c3f-be9c-69633257c89c" providerId="ADAL" clId="{1E685613-085C-417C-ADF2-610F19D55445}" dt="2026-06-10T11:46:15.405" v="178" actId="478"/>
          <ac:spMkLst>
            <pc:docMk/>
            <pc:sldMk cId="3631881611" sldId="256"/>
            <ac:spMk id="62" creationId="{C65333D7-4191-D113-43F6-9E55E279F162}"/>
          </ac:spMkLst>
        </pc:spChg>
        <pc:spChg chg="mod ord">
          <ac:chgData name="Nicolas Rohrbeck" userId="97cf50ec-6fdd-4c3f-be9c-69633257c89c" providerId="ADAL" clId="{1E685613-085C-417C-ADF2-610F19D55445}" dt="2026-06-10T11:36:56.975" v="86" actId="166"/>
          <ac:spMkLst>
            <pc:docMk/>
            <pc:sldMk cId="3631881611" sldId="256"/>
            <ac:spMk id="1034" creationId="{4AB8D5BC-E9FB-9624-A74B-8815CCABF3F8}"/>
          </ac:spMkLst>
        </pc:spChg>
        <pc:spChg chg="mod">
          <ac:chgData name="Nicolas Rohrbeck" userId="97cf50ec-6fdd-4c3f-be9c-69633257c89c" providerId="ADAL" clId="{1E685613-085C-417C-ADF2-610F19D55445}" dt="2026-06-10T11:34:20.983" v="60" actId="164"/>
          <ac:spMkLst>
            <pc:docMk/>
            <pc:sldMk cId="3631881611" sldId="256"/>
            <ac:spMk id="1044" creationId="{3CC806F6-4699-36DF-60AA-EF3FFCFBDB52}"/>
          </ac:spMkLst>
        </pc:spChg>
        <pc:grpChg chg="add mod ord">
          <ac:chgData name="Nicolas Rohrbeck" userId="97cf50ec-6fdd-4c3f-be9c-69633257c89c" providerId="ADAL" clId="{1E685613-085C-417C-ADF2-610F19D55445}" dt="2026-06-10T11:45:05.336" v="165" actId="166"/>
          <ac:grpSpMkLst>
            <pc:docMk/>
            <pc:sldMk cId="3631881611" sldId="256"/>
            <ac:grpSpMk id="4" creationId="{A1404B32-4A7D-C083-7F52-E1F0FE36A7CC}"/>
          </ac:grpSpMkLst>
        </pc:grpChg>
        <pc:grpChg chg="add mod">
          <ac:chgData name="Nicolas Rohrbeck" userId="97cf50ec-6fdd-4c3f-be9c-69633257c89c" providerId="ADAL" clId="{1E685613-085C-417C-ADF2-610F19D55445}" dt="2026-06-10T11:46:35.253" v="185" actId="1076"/>
          <ac:grpSpMkLst>
            <pc:docMk/>
            <pc:sldMk cId="3631881611" sldId="256"/>
            <ac:grpSpMk id="54" creationId="{0D4D6312-FB04-3188-8E57-0E54C8CFD4F7}"/>
          </ac:grpSpMkLst>
        </pc:grpChg>
        <pc:picChg chg="mod">
          <ac:chgData name="Nicolas Rohrbeck" userId="97cf50ec-6fdd-4c3f-be9c-69633257c89c" providerId="ADAL" clId="{1E685613-085C-417C-ADF2-610F19D55445}" dt="2026-06-08T12:33:45.998" v="18" actId="1076"/>
          <ac:picMkLst>
            <pc:docMk/>
            <pc:sldMk cId="3631881611" sldId="256"/>
            <ac:picMk id="5" creationId="{60C0DAAB-2EF4-98CC-08E2-A1B417234463}"/>
          </ac:picMkLst>
        </pc:picChg>
        <pc:picChg chg="del mod">
          <ac:chgData name="Nicolas Rohrbeck" userId="97cf50ec-6fdd-4c3f-be9c-69633257c89c" providerId="ADAL" clId="{1E685613-085C-417C-ADF2-610F19D55445}" dt="2026-06-10T11:40:58.764" v="126" actId="478"/>
          <ac:picMkLst>
            <pc:docMk/>
            <pc:sldMk cId="3631881611" sldId="256"/>
            <ac:picMk id="1028" creationId="{D2A6BE49-3976-D018-7DCF-D44CFBB9CB84}"/>
          </ac:picMkLst>
        </pc:picChg>
        <pc:cxnChg chg="add mod">
          <ac:chgData name="Nicolas Rohrbeck" userId="97cf50ec-6fdd-4c3f-be9c-69633257c89c" providerId="ADAL" clId="{1E685613-085C-417C-ADF2-610F19D55445}" dt="2026-06-10T11:43:04.959" v="143" actId="1582"/>
          <ac:cxnSpMkLst>
            <pc:docMk/>
            <pc:sldMk cId="3631881611" sldId="256"/>
            <ac:cxnSpMk id="12" creationId="{D9053A82-7678-CFB8-DD7B-7D4138B67B38}"/>
          </ac:cxnSpMkLst>
        </pc:cxnChg>
        <pc:cxnChg chg="add mod ord">
          <ac:chgData name="Nicolas Rohrbeck" userId="97cf50ec-6fdd-4c3f-be9c-69633257c89c" providerId="ADAL" clId="{1E685613-085C-417C-ADF2-610F19D55445}" dt="2026-06-10T11:45:05.336" v="165" actId="166"/>
          <ac:cxnSpMkLst>
            <pc:docMk/>
            <pc:sldMk cId="3631881611" sldId="256"/>
            <ac:cxnSpMk id="16" creationId="{C758EB92-6159-8016-730F-1DEF0487CEFE}"/>
          </ac:cxnSpMkLst>
        </pc:cxnChg>
        <pc:cxnChg chg="add mod ord">
          <ac:chgData name="Nicolas Rohrbeck" userId="97cf50ec-6fdd-4c3f-be9c-69633257c89c" providerId="ADAL" clId="{1E685613-085C-417C-ADF2-610F19D55445}" dt="2026-06-10T11:45:05.336" v="165" actId="166"/>
          <ac:cxnSpMkLst>
            <pc:docMk/>
            <pc:sldMk cId="3631881611" sldId="256"/>
            <ac:cxnSpMk id="21" creationId="{20DAB114-D73D-3075-073F-A21BEBFE7A4A}"/>
          </ac:cxnSpMkLst>
        </pc:cxnChg>
        <pc:cxnChg chg="add mod ord">
          <ac:chgData name="Nicolas Rohrbeck" userId="97cf50ec-6fdd-4c3f-be9c-69633257c89c" providerId="ADAL" clId="{1E685613-085C-417C-ADF2-610F19D55445}" dt="2026-06-10T11:45:05.336" v="165" actId="166"/>
          <ac:cxnSpMkLst>
            <pc:docMk/>
            <pc:sldMk cId="3631881611" sldId="256"/>
            <ac:cxnSpMk id="23" creationId="{E87EC00E-D7AA-31C7-7C24-9DEC496E1165}"/>
          </ac:cxnSpMkLst>
        </pc:cxnChg>
        <pc:cxnChg chg="add mod">
          <ac:chgData name="Nicolas Rohrbeck" userId="97cf50ec-6fdd-4c3f-be9c-69633257c89c" providerId="ADAL" clId="{1E685613-085C-417C-ADF2-610F19D55445}" dt="2026-06-10T11:43:32.360" v="149" actId="1582"/>
          <ac:cxnSpMkLst>
            <pc:docMk/>
            <pc:sldMk cId="3631881611" sldId="256"/>
            <ac:cxnSpMk id="30" creationId="{4AFAC6D2-4AE8-3109-EB75-09331293D8EE}"/>
          </ac:cxnSpMkLst>
        </pc:cxnChg>
        <pc:cxnChg chg="add mod">
          <ac:chgData name="Nicolas Rohrbeck" userId="97cf50ec-6fdd-4c3f-be9c-69633257c89c" providerId="ADAL" clId="{1E685613-085C-417C-ADF2-610F19D55445}" dt="2026-06-10T11:43:35.758" v="152" actId="1036"/>
          <ac:cxnSpMkLst>
            <pc:docMk/>
            <pc:sldMk cId="3631881611" sldId="256"/>
            <ac:cxnSpMk id="34" creationId="{754A1DFE-238E-79AD-57CE-BBFC9E9669A1}"/>
          </ac:cxnSpMkLst>
        </pc:cxnChg>
        <pc:cxnChg chg="add mod">
          <ac:chgData name="Nicolas Rohrbeck" userId="97cf50ec-6fdd-4c3f-be9c-69633257c89c" providerId="ADAL" clId="{1E685613-085C-417C-ADF2-610F19D55445}" dt="2026-06-10T11:48:01.132" v="324" actId="1076"/>
          <ac:cxnSpMkLst>
            <pc:docMk/>
            <pc:sldMk cId="3631881611" sldId="256"/>
            <ac:cxnSpMk id="36" creationId="{325DA83B-2EEE-50A9-8C6C-65083677B224}"/>
          </ac:cxnSpMkLst>
        </pc:cxnChg>
        <pc:cxnChg chg="mod">
          <ac:chgData name="Nicolas Rohrbeck" userId="97cf50ec-6fdd-4c3f-be9c-69633257c89c" providerId="ADAL" clId="{1E685613-085C-417C-ADF2-610F19D55445}" dt="2026-06-10T11:46:23.474" v="184"/>
          <ac:cxnSpMkLst>
            <pc:docMk/>
            <pc:sldMk cId="3631881611" sldId="256"/>
            <ac:cxnSpMk id="56" creationId="{185AE464-3B00-48AA-7DAA-BB8485EBB68C}"/>
          </ac:cxnSpMkLst>
        </pc:cxnChg>
        <pc:cxnChg chg="mod">
          <ac:chgData name="Nicolas Rohrbeck" userId="97cf50ec-6fdd-4c3f-be9c-69633257c89c" providerId="ADAL" clId="{1E685613-085C-417C-ADF2-610F19D55445}" dt="2026-06-10T11:46:23.474" v="184"/>
          <ac:cxnSpMkLst>
            <pc:docMk/>
            <pc:sldMk cId="3631881611" sldId="256"/>
            <ac:cxnSpMk id="57" creationId="{E7EBB3E9-2CB7-F04F-F4B3-1BF9AA42FA58}"/>
          </ac:cxnSpMkLst>
        </pc:cxnChg>
        <pc:cxnChg chg="mod">
          <ac:chgData name="Nicolas Rohrbeck" userId="97cf50ec-6fdd-4c3f-be9c-69633257c89c" providerId="ADAL" clId="{1E685613-085C-417C-ADF2-610F19D55445}" dt="2026-06-10T11:46:23.474" v="184"/>
          <ac:cxnSpMkLst>
            <pc:docMk/>
            <pc:sldMk cId="3631881611" sldId="256"/>
            <ac:cxnSpMk id="58" creationId="{F47011C6-F11E-5BC6-0379-0923050844C4}"/>
          </ac:cxnSpMkLst>
        </pc:cxnChg>
        <pc:cxnChg chg="mod">
          <ac:chgData name="Nicolas Rohrbeck" userId="97cf50ec-6fdd-4c3f-be9c-69633257c89c" providerId="ADAL" clId="{1E685613-085C-417C-ADF2-610F19D55445}" dt="2026-06-10T11:46:23.474" v="184"/>
          <ac:cxnSpMkLst>
            <pc:docMk/>
            <pc:sldMk cId="3631881611" sldId="256"/>
            <ac:cxnSpMk id="59" creationId="{3A2D5D01-08AA-078D-7754-634CDB324F0A}"/>
          </ac:cxnSpMkLst>
        </pc:cxnChg>
        <pc:cxnChg chg="del ord">
          <ac:chgData name="Nicolas Rohrbeck" userId="97cf50ec-6fdd-4c3f-be9c-69633257c89c" providerId="ADAL" clId="{1E685613-085C-417C-ADF2-610F19D55445}" dt="2026-06-10T11:46:16.787" v="180" actId="478"/>
          <ac:cxnSpMkLst>
            <pc:docMk/>
            <pc:sldMk cId="3631881611" sldId="256"/>
            <ac:cxnSpMk id="63" creationId="{DF982F10-5253-318A-9A3B-7444938F2C29}"/>
          </ac:cxnSpMkLst>
        </pc:cxnChg>
        <pc:cxnChg chg="add mod">
          <ac:chgData name="Nicolas Rohrbeck" userId="97cf50ec-6fdd-4c3f-be9c-69633257c89c" providerId="ADAL" clId="{1E685613-085C-417C-ADF2-610F19D55445}" dt="2026-06-10T11:46:49.824" v="189" actId="14100"/>
          <ac:cxnSpMkLst>
            <pc:docMk/>
            <pc:sldMk cId="3631881611" sldId="256"/>
            <ac:cxnSpMk id="64" creationId="{C00C91DB-4D77-BABD-C4EF-0DC5DD3EDE6F}"/>
          </ac:cxnSpMkLst>
        </pc:cxnChg>
        <pc:cxnChg chg="mod ord">
          <ac:chgData name="Nicolas Rohrbeck" userId="97cf50ec-6fdd-4c3f-be9c-69633257c89c" providerId="ADAL" clId="{1E685613-085C-417C-ADF2-610F19D55445}" dt="2026-06-10T11:47:03.127" v="196" actId="1038"/>
          <ac:cxnSpMkLst>
            <pc:docMk/>
            <pc:sldMk cId="3631881611" sldId="256"/>
            <ac:cxnSpMk id="67" creationId="{56F9D3F1-763C-BC12-46D8-33A611A6BF18}"/>
          </ac:cxnSpMkLst>
        </pc:cxnChg>
        <pc:cxnChg chg="add mod">
          <ac:chgData name="Nicolas Rohrbeck" userId="97cf50ec-6fdd-4c3f-be9c-69633257c89c" providerId="ADAL" clId="{1E685613-085C-417C-ADF2-610F19D55445}" dt="2026-06-10T11:47:18.086" v="201" actId="1035"/>
          <ac:cxnSpMkLst>
            <pc:docMk/>
            <pc:sldMk cId="3631881611" sldId="256"/>
            <ac:cxnSpMk id="69" creationId="{04C1664A-0ED5-F7E9-0A2D-D51FF7AB687E}"/>
          </ac:cxnSpMkLst>
        </pc:cxnChg>
        <pc:cxnChg chg="del ord">
          <ac:chgData name="Nicolas Rohrbeck" userId="97cf50ec-6fdd-4c3f-be9c-69633257c89c" providerId="ADAL" clId="{1E685613-085C-417C-ADF2-610F19D55445}" dt="2026-06-10T11:46:16.055" v="179" actId="478"/>
          <ac:cxnSpMkLst>
            <pc:docMk/>
            <pc:sldMk cId="3631881611" sldId="256"/>
            <ac:cxnSpMk id="72" creationId="{934CF841-0DA4-5679-294B-310608964CE2}"/>
          </ac:cxnSpMkLst>
        </pc:cxnChg>
        <pc:cxnChg chg="del ord">
          <ac:chgData name="Nicolas Rohrbeck" userId="97cf50ec-6fdd-4c3f-be9c-69633257c89c" providerId="ADAL" clId="{1E685613-085C-417C-ADF2-610F19D55445}" dt="2026-06-10T11:46:17.839" v="181" actId="478"/>
          <ac:cxnSpMkLst>
            <pc:docMk/>
            <pc:sldMk cId="3631881611" sldId="256"/>
            <ac:cxnSpMk id="73" creationId="{F4371F28-1504-9BD3-1D74-1015CE7010DE}"/>
          </ac:cxnSpMkLst>
        </pc:cxnChg>
        <pc:cxnChg chg="del">
          <ac:chgData name="Nicolas Rohrbeck" userId="97cf50ec-6fdd-4c3f-be9c-69633257c89c" providerId="ADAL" clId="{1E685613-085C-417C-ADF2-610F19D55445}" dt="2026-06-10T11:46:19.289" v="183" actId="478"/>
          <ac:cxnSpMkLst>
            <pc:docMk/>
            <pc:sldMk cId="3631881611" sldId="256"/>
            <ac:cxnSpMk id="74" creationId="{AFBE105A-6772-02FE-EAA8-9F65DD0C1AB2}"/>
          </ac:cxnSpMkLst>
        </pc:cxnChg>
        <pc:cxnChg chg="del">
          <ac:chgData name="Nicolas Rohrbeck" userId="97cf50ec-6fdd-4c3f-be9c-69633257c89c" providerId="ADAL" clId="{1E685613-085C-417C-ADF2-610F19D55445}" dt="2026-06-10T11:46:18.411" v="182" actId="478"/>
          <ac:cxnSpMkLst>
            <pc:docMk/>
            <pc:sldMk cId="3631881611" sldId="256"/>
            <ac:cxnSpMk id="76" creationId="{8D4C6542-4F3A-6BEB-EC9F-BF9144D80A07}"/>
          </ac:cxnSpMkLst>
        </pc:cxnChg>
        <pc:cxnChg chg="mod">
          <ac:chgData name="Nicolas Rohrbeck" userId="97cf50ec-6fdd-4c3f-be9c-69633257c89c" providerId="ADAL" clId="{1E685613-085C-417C-ADF2-610F19D55445}" dt="2026-06-10T11:43:49.893" v="155" actId="1036"/>
          <ac:cxnSpMkLst>
            <pc:docMk/>
            <pc:sldMk cId="3631881611" sldId="256"/>
            <ac:cxnSpMk id="110" creationId="{C420DEE3-FECA-AC36-0D1D-62C9C8BA193C}"/>
          </ac:cxnSpMkLst>
        </pc:cxnChg>
        <pc:cxnChg chg="mod">
          <ac:chgData name="Nicolas Rohrbeck" userId="97cf50ec-6fdd-4c3f-be9c-69633257c89c" providerId="ADAL" clId="{1E685613-085C-417C-ADF2-610F19D55445}" dt="2026-06-10T11:43:54.631" v="158" actId="1036"/>
          <ac:cxnSpMkLst>
            <pc:docMk/>
            <pc:sldMk cId="3631881611" sldId="256"/>
            <ac:cxnSpMk id="112" creationId="{B0EF43DF-571E-8430-2414-F2F48756B6A3}"/>
          </ac:cxnSpMkLst>
        </pc:cxnChg>
        <pc:cxnChg chg="del mod">
          <ac:chgData name="Nicolas Rohrbeck" userId="97cf50ec-6fdd-4c3f-be9c-69633257c89c" providerId="ADAL" clId="{1E685613-085C-417C-ADF2-610F19D55445}" dt="2026-06-10T11:34:09.125" v="55" actId="478"/>
          <ac:cxnSpMkLst>
            <pc:docMk/>
            <pc:sldMk cId="3631881611" sldId="256"/>
            <ac:cxnSpMk id="113" creationId="{A2F32426-AE03-6782-084A-D446379F076F}"/>
          </ac:cxnSpMkLst>
        </pc:cxnChg>
        <pc:cxnChg chg="mod">
          <ac:chgData name="Nicolas Rohrbeck" userId="97cf50ec-6fdd-4c3f-be9c-69633257c89c" providerId="ADAL" clId="{1E685613-085C-417C-ADF2-610F19D55445}" dt="2026-06-10T11:43:04.959" v="143" actId="1582"/>
          <ac:cxnSpMkLst>
            <pc:docMk/>
            <pc:sldMk cId="3631881611" sldId="256"/>
            <ac:cxnSpMk id="1038" creationId="{2EE4022F-7D95-DCEA-A855-A46E22C201BA}"/>
          </ac:cxnSpMkLst>
        </pc:cxnChg>
        <pc:cxnChg chg="mod">
          <ac:chgData name="Nicolas Rohrbeck" userId="97cf50ec-6fdd-4c3f-be9c-69633257c89c" providerId="ADAL" clId="{1E685613-085C-417C-ADF2-610F19D55445}" dt="2026-06-10T11:34:20.983" v="60" actId="164"/>
          <ac:cxnSpMkLst>
            <pc:docMk/>
            <pc:sldMk cId="3631881611" sldId="256"/>
            <ac:cxnSpMk id="1045" creationId="{EC15636A-6E94-48F8-8E3B-808AA82F4C42}"/>
          </ac:cxnSpMkLst>
        </pc:cxnChg>
        <pc:cxnChg chg="mod">
          <ac:chgData name="Nicolas Rohrbeck" userId="97cf50ec-6fdd-4c3f-be9c-69633257c89c" providerId="ADAL" clId="{1E685613-085C-417C-ADF2-610F19D55445}" dt="2026-06-10T11:34:20.983" v="60" actId="164"/>
          <ac:cxnSpMkLst>
            <pc:docMk/>
            <pc:sldMk cId="3631881611" sldId="256"/>
            <ac:cxnSpMk id="1046" creationId="{3C469AFA-6CEA-2782-5C88-BF1B7659A34A}"/>
          </ac:cxnSpMkLst>
        </pc:cxnChg>
        <pc:cxnChg chg="mod">
          <ac:chgData name="Nicolas Rohrbeck" userId="97cf50ec-6fdd-4c3f-be9c-69633257c89c" providerId="ADAL" clId="{1E685613-085C-417C-ADF2-610F19D55445}" dt="2026-06-10T11:34:20.983" v="60" actId="164"/>
          <ac:cxnSpMkLst>
            <pc:docMk/>
            <pc:sldMk cId="3631881611" sldId="256"/>
            <ac:cxnSpMk id="1047" creationId="{605EA3C5-A812-174F-A8E4-48F232E8A1B3}"/>
          </ac:cxnSpMkLst>
        </pc:cxnChg>
        <pc:cxnChg chg="mod">
          <ac:chgData name="Nicolas Rohrbeck" userId="97cf50ec-6fdd-4c3f-be9c-69633257c89c" providerId="ADAL" clId="{1E685613-085C-417C-ADF2-610F19D55445}" dt="2026-06-10T11:34:20.983" v="60" actId="164"/>
          <ac:cxnSpMkLst>
            <pc:docMk/>
            <pc:sldMk cId="3631881611" sldId="256"/>
            <ac:cxnSpMk id="1048" creationId="{91090FCB-A846-88D4-0267-399A6874AF78}"/>
          </ac:cxnSpMkLst>
        </pc:cxnChg>
        <pc:cxnChg chg="del mod">
          <ac:chgData name="Nicolas Rohrbeck" userId="97cf50ec-6fdd-4c3f-be9c-69633257c89c" providerId="ADAL" clId="{1E685613-085C-417C-ADF2-610F19D55445}" dt="2026-06-10T11:34:13.089" v="58" actId="478"/>
          <ac:cxnSpMkLst>
            <pc:docMk/>
            <pc:sldMk cId="3631881611" sldId="256"/>
            <ac:cxnSpMk id="1061" creationId="{A992E1AF-7822-F30B-D55B-07A321DDCD4D}"/>
          </ac:cxnSpMkLst>
        </pc:cxnChg>
        <pc:cxnChg chg="add del mod">
          <ac:chgData name="Nicolas Rohrbeck" userId="97cf50ec-6fdd-4c3f-be9c-69633257c89c" providerId="ADAL" clId="{1E685613-085C-417C-ADF2-610F19D55445}" dt="2026-06-10T11:34:11.454" v="57" actId="478"/>
          <ac:cxnSpMkLst>
            <pc:docMk/>
            <pc:sldMk cId="3631881611" sldId="256"/>
            <ac:cxnSpMk id="1086" creationId="{9E313DE0-7A53-2698-E94D-8B341D219569}"/>
          </ac:cxnSpMkLst>
        </pc:cxnChg>
        <pc:cxnChg chg="add del mod">
          <ac:chgData name="Nicolas Rohrbeck" userId="97cf50ec-6fdd-4c3f-be9c-69633257c89c" providerId="ADAL" clId="{1E685613-085C-417C-ADF2-610F19D55445}" dt="2026-06-10T11:34:10.003" v="56" actId="478"/>
          <ac:cxnSpMkLst>
            <pc:docMk/>
            <pc:sldMk cId="3631881611" sldId="256"/>
            <ac:cxnSpMk id="1092" creationId="{47843B72-DAFA-5FF4-2D3E-CF462A08935D}"/>
          </ac:cxnSpMkLst>
        </pc:cxnChg>
      </pc:sldChg>
      <pc:sldMasterChg chg="modSp modSldLayout">
        <pc:chgData name="Nicolas Rohrbeck" userId="97cf50ec-6fdd-4c3f-be9c-69633257c89c" providerId="ADAL" clId="{1E685613-085C-417C-ADF2-610F19D55445}" dt="2026-06-08T12:32:17.055" v="12"/>
        <pc:sldMasterMkLst>
          <pc:docMk/>
          <pc:sldMasterMk cId="458896973" sldId="2147483672"/>
        </pc:sldMasterMkLst>
        <pc:spChg chg="mod">
          <ac:chgData name="Nicolas Rohrbeck" userId="97cf50ec-6fdd-4c3f-be9c-69633257c89c" providerId="ADAL" clId="{1E685613-085C-417C-ADF2-610F19D55445}" dt="2026-06-08T12:32:17.055" v="12"/>
          <ac:spMkLst>
            <pc:docMk/>
            <pc:sldMasterMk cId="458896973" sldId="2147483672"/>
            <ac:spMk id="2" creationId="{00000000-0000-0000-0000-000000000000}"/>
          </ac:spMkLst>
        </pc:spChg>
        <pc:spChg chg="mod">
          <ac:chgData name="Nicolas Rohrbeck" userId="97cf50ec-6fdd-4c3f-be9c-69633257c89c" providerId="ADAL" clId="{1E685613-085C-417C-ADF2-610F19D55445}" dt="2026-06-08T12:32:17.055" v="12"/>
          <ac:spMkLst>
            <pc:docMk/>
            <pc:sldMasterMk cId="458896973" sldId="2147483672"/>
            <ac:spMk id="3" creationId="{00000000-0000-0000-0000-000000000000}"/>
          </ac:spMkLst>
        </pc:spChg>
        <pc:spChg chg="mod">
          <ac:chgData name="Nicolas Rohrbeck" userId="97cf50ec-6fdd-4c3f-be9c-69633257c89c" providerId="ADAL" clId="{1E685613-085C-417C-ADF2-610F19D55445}" dt="2026-06-08T12:32:17.055" v="12"/>
          <ac:spMkLst>
            <pc:docMk/>
            <pc:sldMasterMk cId="458896973" sldId="2147483672"/>
            <ac:spMk id="4" creationId="{00000000-0000-0000-0000-000000000000}"/>
          </ac:spMkLst>
        </pc:spChg>
        <pc:spChg chg="mod">
          <ac:chgData name="Nicolas Rohrbeck" userId="97cf50ec-6fdd-4c3f-be9c-69633257c89c" providerId="ADAL" clId="{1E685613-085C-417C-ADF2-610F19D55445}" dt="2026-06-08T12:32:17.055" v="12"/>
          <ac:spMkLst>
            <pc:docMk/>
            <pc:sldMasterMk cId="458896973" sldId="2147483672"/>
            <ac:spMk id="5" creationId="{00000000-0000-0000-0000-000000000000}"/>
          </ac:spMkLst>
        </pc:spChg>
        <pc:spChg chg="mod">
          <ac:chgData name="Nicolas Rohrbeck" userId="97cf50ec-6fdd-4c3f-be9c-69633257c89c" providerId="ADAL" clId="{1E685613-085C-417C-ADF2-610F19D55445}" dt="2026-06-08T12:32:17.055" v="12"/>
          <ac:spMkLst>
            <pc:docMk/>
            <pc:sldMasterMk cId="458896973" sldId="2147483672"/>
            <ac:spMk id="6" creationId="{00000000-0000-0000-0000-000000000000}"/>
          </ac:spMkLst>
        </pc:spChg>
        <pc:sldLayoutChg chg="modSp">
          <pc:chgData name="Nicolas Rohrbeck" userId="97cf50ec-6fdd-4c3f-be9c-69633257c89c" providerId="ADAL" clId="{1E685613-085C-417C-ADF2-610F19D55445}" dt="2026-06-08T12:32:17.055" v="12"/>
          <pc:sldLayoutMkLst>
            <pc:docMk/>
            <pc:sldMasterMk cId="458896973" sldId="2147483672"/>
            <pc:sldLayoutMk cId="959473429" sldId="2147483673"/>
          </pc:sldLayoutMkLst>
          <pc:spChg chg="mod">
            <ac:chgData name="Nicolas Rohrbeck" userId="97cf50ec-6fdd-4c3f-be9c-69633257c89c" providerId="ADAL" clId="{1E685613-085C-417C-ADF2-610F19D55445}" dt="2026-06-08T12:32:17.055" v="12"/>
            <ac:spMkLst>
              <pc:docMk/>
              <pc:sldMasterMk cId="458896973" sldId="2147483672"/>
              <pc:sldLayoutMk cId="959473429" sldId="2147483673"/>
              <ac:spMk id="2" creationId="{00000000-0000-0000-0000-000000000000}"/>
            </ac:spMkLst>
          </pc:spChg>
          <pc:spChg chg="mod">
            <ac:chgData name="Nicolas Rohrbeck" userId="97cf50ec-6fdd-4c3f-be9c-69633257c89c" providerId="ADAL" clId="{1E685613-085C-417C-ADF2-610F19D55445}" dt="2026-06-08T12:32:17.055" v="12"/>
            <ac:spMkLst>
              <pc:docMk/>
              <pc:sldMasterMk cId="458896973" sldId="2147483672"/>
              <pc:sldLayoutMk cId="959473429" sldId="2147483673"/>
              <ac:spMk id="3" creationId="{00000000-0000-0000-0000-000000000000}"/>
            </ac:spMkLst>
          </pc:spChg>
        </pc:sldLayoutChg>
        <pc:sldLayoutChg chg="modSp">
          <pc:chgData name="Nicolas Rohrbeck" userId="97cf50ec-6fdd-4c3f-be9c-69633257c89c" providerId="ADAL" clId="{1E685613-085C-417C-ADF2-610F19D55445}" dt="2026-06-08T12:32:17.055" v="12"/>
          <pc:sldLayoutMkLst>
            <pc:docMk/>
            <pc:sldMasterMk cId="458896973" sldId="2147483672"/>
            <pc:sldLayoutMk cId="2570472433" sldId="2147483675"/>
          </pc:sldLayoutMkLst>
          <pc:spChg chg="mod">
            <ac:chgData name="Nicolas Rohrbeck" userId="97cf50ec-6fdd-4c3f-be9c-69633257c89c" providerId="ADAL" clId="{1E685613-085C-417C-ADF2-610F19D55445}" dt="2026-06-08T12:32:17.055" v="12"/>
            <ac:spMkLst>
              <pc:docMk/>
              <pc:sldMasterMk cId="458896973" sldId="2147483672"/>
              <pc:sldLayoutMk cId="2570472433" sldId="2147483675"/>
              <ac:spMk id="2" creationId="{00000000-0000-0000-0000-000000000000}"/>
            </ac:spMkLst>
          </pc:spChg>
          <pc:spChg chg="mod">
            <ac:chgData name="Nicolas Rohrbeck" userId="97cf50ec-6fdd-4c3f-be9c-69633257c89c" providerId="ADAL" clId="{1E685613-085C-417C-ADF2-610F19D55445}" dt="2026-06-08T12:32:17.055" v="12"/>
            <ac:spMkLst>
              <pc:docMk/>
              <pc:sldMasterMk cId="458896973" sldId="2147483672"/>
              <pc:sldLayoutMk cId="2570472433" sldId="2147483675"/>
              <ac:spMk id="3" creationId="{00000000-0000-0000-0000-000000000000}"/>
            </ac:spMkLst>
          </pc:spChg>
        </pc:sldLayoutChg>
        <pc:sldLayoutChg chg="modSp">
          <pc:chgData name="Nicolas Rohrbeck" userId="97cf50ec-6fdd-4c3f-be9c-69633257c89c" providerId="ADAL" clId="{1E685613-085C-417C-ADF2-610F19D55445}" dt="2026-06-08T12:32:17.055" v="12"/>
          <pc:sldLayoutMkLst>
            <pc:docMk/>
            <pc:sldMasterMk cId="458896973" sldId="2147483672"/>
            <pc:sldLayoutMk cId="3611975700" sldId="2147483676"/>
          </pc:sldLayoutMkLst>
          <pc:spChg chg="mod">
            <ac:chgData name="Nicolas Rohrbeck" userId="97cf50ec-6fdd-4c3f-be9c-69633257c89c" providerId="ADAL" clId="{1E685613-085C-417C-ADF2-610F19D55445}" dt="2026-06-08T12:32:17.055" v="12"/>
            <ac:spMkLst>
              <pc:docMk/>
              <pc:sldMasterMk cId="458896973" sldId="2147483672"/>
              <pc:sldLayoutMk cId="3611975700" sldId="2147483676"/>
              <ac:spMk id="3" creationId="{00000000-0000-0000-0000-000000000000}"/>
            </ac:spMkLst>
          </pc:spChg>
          <pc:spChg chg="mod">
            <ac:chgData name="Nicolas Rohrbeck" userId="97cf50ec-6fdd-4c3f-be9c-69633257c89c" providerId="ADAL" clId="{1E685613-085C-417C-ADF2-610F19D55445}" dt="2026-06-08T12:32:17.055" v="12"/>
            <ac:spMkLst>
              <pc:docMk/>
              <pc:sldMasterMk cId="458896973" sldId="2147483672"/>
              <pc:sldLayoutMk cId="3611975700" sldId="2147483676"/>
              <ac:spMk id="4" creationId="{00000000-0000-0000-0000-000000000000}"/>
            </ac:spMkLst>
          </pc:spChg>
        </pc:sldLayoutChg>
        <pc:sldLayoutChg chg="modSp">
          <pc:chgData name="Nicolas Rohrbeck" userId="97cf50ec-6fdd-4c3f-be9c-69633257c89c" providerId="ADAL" clId="{1E685613-085C-417C-ADF2-610F19D55445}" dt="2026-06-08T12:32:17.055" v="12"/>
          <pc:sldLayoutMkLst>
            <pc:docMk/>
            <pc:sldMasterMk cId="458896973" sldId="2147483672"/>
            <pc:sldLayoutMk cId="1102860" sldId="2147483677"/>
          </pc:sldLayoutMkLst>
          <pc:spChg chg="mod">
            <ac:chgData name="Nicolas Rohrbeck" userId="97cf50ec-6fdd-4c3f-be9c-69633257c89c" providerId="ADAL" clId="{1E685613-085C-417C-ADF2-610F19D55445}" dt="2026-06-08T12:32:17.055" v="12"/>
            <ac:spMkLst>
              <pc:docMk/>
              <pc:sldMasterMk cId="458896973" sldId="2147483672"/>
              <pc:sldLayoutMk cId="1102860" sldId="2147483677"/>
              <ac:spMk id="2" creationId="{00000000-0000-0000-0000-000000000000}"/>
            </ac:spMkLst>
          </pc:spChg>
          <pc:spChg chg="mod">
            <ac:chgData name="Nicolas Rohrbeck" userId="97cf50ec-6fdd-4c3f-be9c-69633257c89c" providerId="ADAL" clId="{1E685613-085C-417C-ADF2-610F19D55445}" dt="2026-06-08T12:32:17.055" v="12"/>
            <ac:spMkLst>
              <pc:docMk/>
              <pc:sldMasterMk cId="458896973" sldId="2147483672"/>
              <pc:sldLayoutMk cId="1102860" sldId="2147483677"/>
              <ac:spMk id="3" creationId="{00000000-0000-0000-0000-000000000000}"/>
            </ac:spMkLst>
          </pc:spChg>
          <pc:spChg chg="mod">
            <ac:chgData name="Nicolas Rohrbeck" userId="97cf50ec-6fdd-4c3f-be9c-69633257c89c" providerId="ADAL" clId="{1E685613-085C-417C-ADF2-610F19D55445}" dt="2026-06-08T12:32:17.055" v="12"/>
            <ac:spMkLst>
              <pc:docMk/>
              <pc:sldMasterMk cId="458896973" sldId="2147483672"/>
              <pc:sldLayoutMk cId="1102860" sldId="2147483677"/>
              <ac:spMk id="4" creationId="{00000000-0000-0000-0000-000000000000}"/>
            </ac:spMkLst>
          </pc:spChg>
          <pc:spChg chg="mod">
            <ac:chgData name="Nicolas Rohrbeck" userId="97cf50ec-6fdd-4c3f-be9c-69633257c89c" providerId="ADAL" clId="{1E685613-085C-417C-ADF2-610F19D55445}" dt="2026-06-08T12:32:17.055" v="12"/>
            <ac:spMkLst>
              <pc:docMk/>
              <pc:sldMasterMk cId="458896973" sldId="2147483672"/>
              <pc:sldLayoutMk cId="1102860" sldId="2147483677"/>
              <ac:spMk id="5" creationId="{00000000-0000-0000-0000-000000000000}"/>
            </ac:spMkLst>
          </pc:spChg>
          <pc:spChg chg="mod">
            <ac:chgData name="Nicolas Rohrbeck" userId="97cf50ec-6fdd-4c3f-be9c-69633257c89c" providerId="ADAL" clId="{1E685613-085C-417C-ADF2-610F19D55445}" dt="2026-06-08T12:32:17.055" v="12"/>
            <ac:spMkLst>
              <pc:docMk/>
              <pc:sldMasterMk cId="458896973" sldId="2147483672"/>
              <pc:sldLayoutMk cId="1102860" sldId="2147483677"/>
              <ac:spMk id="6" creationId="{00000000-0000-0000-0000-000000000000}"/>
            </ac:spMkLst>
          </pc:spChg>
        </pc:sldLayoutChg>
        <pc:sldLayoutChg chg="modSp">
          <pc:chgData name="Nicolas Rohrbeck" userId="97cf50ec-6fdd-4c3f-be9c-69633257c89c" providerId="ADAL" clId="{1E685613-085C-417C-ADF2-610F19D55445}" dt="2026-06-08T12:32:17.055" v="12"/>
          <pc:sldLayoutMkLst>
            <pc:docMk/>
            <pc:sldMasterMk cId="458896973" sldId="2147483672"/>
            <pc:sldLayoutMk cId="1425987476" sldId="2147483680"/>
          </pc:sldLayoutMkLst>
          <pc:spChg chg="mod">
            <ac:chgData name="Nicolas Rohrbeck" userId="97cf50ec-6fdd-4c3f-be9c-69633257c89c" providerId="ADAL" clId="{1E685613-085C-417C-ADF2-610F19D55445}" dt="2026-06-08T12:32:17.055" v="12"/>
            <ac:spMkLst>
              <pc:docMk/>
              <pc:sldMasterMk cId="458896973" sldId="2147483672"/>
              <pc:sldLayoutMk cId="1425987476" sldId="2147483680"/>
              <ac:spMk id="2" creationId="{00000000-0000-0000-0000-000000000000}"/>
            </ac:spMkLst>
          </pc:spChg>
          <pc:spChg chg="mod">
            <ac:chgData name="Nicolas Rohrbeck" userId="97cf50ec-6fdd-4c3f-be9c-69633257c89c" providerId="ADAL" clId="{1E685613-085C-417C-ADF2-610F19D55445}" dt="2026-06-08T12:32:17.055" v="12"/>
            <ac:spMkLst>
              <pc:docMk/>
              <pc:sldMasterMk cId="458896973" sldId="2147483672"/>
              <pc:sldLayoutMk cId="1425987476" sldId="2147483680"/>
              <ac:spMk id="3" creationId="{00000000-0000-0000-0000-000000000000}"/>
            </ac:spMkLst>
          </pc:spChg>
          <pc:spChg chg="mod">
            <ac:chgData name="Nicolas Rohrbeck" userId="97cf50ec-6fdd-4c3f-be9c-69633257c89c" providerId="ADAL" clId="{1E685613-085C-417C-ADF2-610F19D55445}" dt="2026-06-08T12:32:17.055" v="12"/>
            <ac:spMkLst>
              <pc:docMk/>
              <pc:sldMasterMk cId="458896973" sldId="2147483672"/>
              <pc:sldLayoutMk cId="1425987476" sldId="2147483680"/>
              <ac:spMk id="4" creationId="{00000000-0000-0000-0000-000000000000}"/>
            </ac:spMkLst>
          </pc:spChg>
        </pc:sldLayoutChg>
        <pc:sldLayoutChg chg="modSp">
          <pc:chgData name="Nicolas Rohrbeck" userId="97cf50ec-6fdd-4c3f-be9c-69633257c89c" providerId="ADAL" clId="{1E685613-085C-417C-ADF2-610F19D55445}" dt="2026-06-08T12:32:17.055" v="12"/>
          <pc:sldLayoutMkLst>
            <pc:docMk/>
            <pc:sldMasterMk cId="458896973" sldId="2147483672"/>
            <pc:sldLayoutMk cId="3624572728" sldId="2147483681"/>
          </pc:sldLayoutMkLst>
          <pc:spChg chg="mod">
            <ac:chgData name="Nicolas Rohrbeck" userId="97cf50ec-6fdd-4c3f-be9c-69633257c89c" providerId="ADAL" clId="{1E685613-085C-417C-ADF2-610F19D55445}" dt="2026-06-08T12:32:17.055" v="12"/>
            <ac:spMkLst>
              <pc:docMk/>
              <pc:sldMasterMk cId="458896973" sldId="2147483672"/>
              <pc:sldLayoutMk cId="3624572728" sldId="2147483681"/>
              <ac:spMk id="2" creationId="{00000000-0000-0000-0000-000000000000}"/>
            </ac:spMkLst>
          </pc:spChg>
          <pc:spChg chg="mod">
            <ac:chgData name="Nicolas Rohrbeck" userId="97cf50ec-6fdd-4c3f-be9c-69633257c89c" providerId="ADAL" clId="{1E685613-085C-417C-ADF2-610F19D55445}" dt="2026-06-08T12:32:17.055" v="12"/>
            <ac:spMkLst>
              <pc:docMk/>
              <pc:sldMasterMk cId="458896973" sldId="2147483672"/>
              <pc:sldLayoutMk cId="3624572728" sldId="2147483681"/>
              <ac:spMk id="3" creationId="{00000000-0000-0000-0000-000000000000}"/>
            </ac:spMkLst>
          </pc:spChg>
          <pc:spChg chg="mod">
            <ac:chgData name="Nicolas Rohrbeck" userId="97cf50ec-6fdd-4c3f-be9c-69633257c89c" providerId="ADAL" clId="{1E685613-085C-417C-ADF2-610F19D55445}" dt="2026-06-08T12:32:17.055" v="12"/>
            <ac:spMkLst>
              <pc:docMk/>
              <pc:sldMasterMk cId="458896973" sldId="2147483672"/>
              <pc:sldLayoutMk cId="3624572728" sldId="2147483681"/>
              <ac:spMk id="4" creationId="{00000000-0000-0000-0000-000000000000}"/>
            </ac:spMkLst>
          </pc:spChg>
        </pc:sldLayoutChg>
        <pc:sldLayoutChg chg="modSp">
          <pc:chgData name="Nicolas Rohrbeck" userId="97cf50ec-6fdd-4c3f-be9c-69633257c89c" providerId="ADAL" clId="{1E685613-085C-417C-ADF2-610F19D55445}" dt="2026-06-08T12:32:17.055" v="12"/>
          <pc:sldLayoutMkLst>
            <pc:docMk/>
            <pc:sldMasterMk cId="458896973" sldId="2147483672"/>
            <pc:sldLayoutMk cId="510058356" sldId="2147483683"/>
          </pc:sldLayoutMkLst>
          <pc:spChg chg="mod">
            <ac:chgData name="Nicolas Rohrbeck" userId="97cf50ec-6fdd-4c3f-be9c-69633257c89c" providerId="ADAL" clId="{1E685613-085C-417C-ADF2-610F19D55445}" dt="2026-06-08T12:32:17.055" v="12"/>
            <ac:spMkLst>
              <pc:docMk/>
              <pc:sldMasterMk cId="458896973" sldId="2147483672"/>
              <pc:sldLayoutMk cId="510058356" sldId="2147483683"/>
              <ac:spMk id="2" creationId="{00000000-0000-0000-0000-000000000000}"/>
            </ac:spMkLst>
          </pc:spChg>
          <pc:spChg chg="mod">
            <ac:chgData name="Nicolas Rohrbeck" userId="97cf50ec-6fdd-4c3f-be9c-69633257c89c" providerId="ADAL" clId="{1E685613-085C-417C-ADF2-610F19D55445}" dt="2026-06-08T12:32:17.055" v="12"/>
            <ac:spMkLst>
              <pc:docMk/>
              <pc:sldMasterMk cId="458896973" sldId="2147483672"/>
              <pc:sldLayoutMk cId="510058356" sldId="2147483683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1767462"/>
            <a:ext cx="12240181" cy="375991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8" y="5672376"/>
            <a:ext cx="10800160" cy="2607441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70" indent="0" algn="ctr">
              <a:buNone/>
              <a:defRPr sz="3150"/>
            </a:lvl2pPr>
            <a:lvl3pPr marL="1439940" indent="0" algn="ctr">
              <a:buNone/>
              <a:defRPr sz="2834"/>
            </a:lvl3pPr>
            <a:lvl4pPr marL="2159910" indent="0" algn="ctr">
              <a:buNone/>
              <a:defRPr sz="2520"/>
            </a:lvl4pPr>
            <a:lvl5pPr marL="2879879" indent="0" algn="ctr">
              <a:buNone/>
              <a:defRPr sz="2520"/>
            </a:lvl5pPr>
            <a:lvl6pPr marL="3599849" indent="0" algn="ctr">
              <a:buNone/>
              <a:defRPr sz="2520"/>
            </a:lvl6pPr>
            <a:lvl7pPr marL="4319819" indent="0" algn="ctr">
              <a:buNone/>
              <a:defRPr sz="2520"/>
            </a:lvl7pPr>
            <a:lvl8pPr marL="5039789" indent="0" algn="ctr">
              <a:buNone/>
              <a:defRPr sz="2520"/>
            </a:lvl8pPr>
            <a:lvl9pPr marL="5759758" indent="0" algn="ctr">
              <a:buNone/>
              <a:defRPr sz="25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3A43F-43CC-4979-8D32-E5ADDA61DC9E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1AEB-EE89-475B-8064-92821CF8FE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9473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3A43F-43CC-4979-8D32-E5ADDA61DC9E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1AEB-EE89-475B-8064-92821CF8FE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03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2692446"/>
            <a:ext cx="12420184" cy="4492400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7227346"/>
            <a:ext cx="12420184" cy="2362447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  <a:lvl2pPr marL="71997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2pPr>
            <a:lvl3pPr marL="1439940" indent="0">
              <a:buNone/>
              <a:defRPr sz="2834">
                <a:solidFill>
                  <a:schemeClr val="tx1">
                    <a:tint val="82000"/>
                  </a:schemeClr>
                </a:solidFill>
              </a:defRPr>
            </a:lvl3pPr>
            <a:lvl4pPr marL="215991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4pPr>
            <a:lvl5pPr marL="2879879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5pPr>
            <a:lvl6pPr marL="3599849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6pPr>
            <a:lvl7pPr marL="4319819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7pPr>
            <a:lvl8pPr marL="5039789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8pPr>
            <a:lvl9pPr marL="5759758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3A43F-43CC-4979-8D32-E5ADDA61DC9E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1AEB-EE89-475B-8064-92821CF8FE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472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5" y="2874937"/>
            <a:ext cx="6120091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9" y="2874937"/>
            <a:ext cx="6120091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3A43F-43CC-4979-8D32-E5ADDA61DC9E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1AEB-EE89-475B-8064-92821CF8FE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1975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574992"/>
            <a:ext cx="12420184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3" y="2647443"/>
            <a:ext cx="6091964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70" indent="0">
              <a:buNone/>
              <a:defRPr sz="3150" b="1"/>
            </a:lvl2pPr>
            <a:lvl3pPr marL="1439940" indent="0">
              <a:buNone/>
              <a:defRPr sz="2834" b="1"/>
            </a:lvl3pPr>
            <a:lvl4pPr marL="2159910" indent="0">
              <a:buNone/>
              <a:defRPr sz="2520" b="1"/>
            </a:lvl4pPr>
            <a:lvl5pPr marL="2879879" indent="0">
              <a:buNone/>
              <a:defRPr sz="2520" b="1"/>
            </a:lvl5pPr>
            <a:lvl6pPr marL="3599849" indent="0">
              <a:buNone/>
              <a:defRPr sz="2520" b="1"/>
            </a:lvl6pPr>
            <a:lvl7pPr marL="4319819" indent="0">
              <a:buNone/>
              <a:defRPr sz="2520" b="1"/>
            </a:lvl7pPr>
            <a:lvl8pPr marL="5039789" indent="0">
              <a:buNone/>
              <a:defRPr sz="2520" b="1"/>
            </a:lvl8pPr>
            <a:lvl9pPr marL="575975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3" y="3944915"/>
            <a:ext cx="6091964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2647443"/>
            <a:ext cx="6121966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70" indent="0">
              <a:buNone/>
              <a:defRPr sz="3150" b="1"/>
            </a:lvl2pPr>
            <a:lvl3pPr marL="1439940" indent="0">
              <a:buNone/>
              <a:defRPr sz="2834" b="1"/>
            </a:lvl3pPr>
            <a:lvl4pPr marL="2159910" indent="0">
              <a:buNone/>
              <a:defRPr sz="2520" b="1"/>
            </a:lvl4pPr>
            <a:lvl5pPr marL="2879879" indent="0">
              <a:buNone/>
              <a:defRPr sz="2520" b="1"/>
            </a:lvl5pPr>
            <a:lvl6pPr marL="3599849" indent="0">
              <a:buNone/>
              <a:defRPr sz="2520" b="1"/>
            </a:lvl6pPr>
            <a:lvl7pPr marL="4319819" indent="0">
              <a:buNone/>
              <a:defRPr sz="2520" b="1"/>
            </a:lvl7pPr>
            <a:lvl8pPr marL="5039789" indent="0">
              <a:buNone/>
              <a:defRPr sz="2520" b="1"/>
            </a:lvl8pPr>
            <a:lvl9pPr marL="575975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3944915"/>
            <a:ext cx="612196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3A43F-43CC-4979-8D32-E5ADDA61DC9E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1AEB-EE89-475B-8064-92821CF8FE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2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3A43F-43CC-4979-8D32-E5ADDA61DC9E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1AEB-EE89-475B-8064-92821CF8FE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5412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3A43F-43CC-4979-8D32-E5ADDA61DC9E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1AEB-EE89-475B-8064-92821CF8FE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3167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5"/>
            <a:ext cx="4644445" cy="2519944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554969"/>
            <a:ext cx="7290108" cy="767483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30"/>
            <a:ext cx="4644445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70" indent="0">
              <a:buNone/>
              <a:defRPr sz="2204"/>
            </a:lvl2pPr>
            <a:lvl3pPr marL="1439940" indent="0">
              <a:buNone/>
              <a:defRPr sz="1890"/>
            </a:lvl3pPr>
            <a:lvl4pPr marL="2159910" indent="0">
              <a:buNone/>
              <a:defRPr sz="1574"/>
            </a:lvl4pPr>
            <a:lvl5pPr marL="2879879" indent="0">
              <a:buNone/>
              <a:defRPr sz="1574"/>
            </a:lvl5pPr>
            <a:lvl6pPr marL="3599849" indent="0">
              <a:buNone/>
              <a:defRPr sz="1574"/>
            </a:lvl6pPr>
            <a:lvl7pPr marL="4319819" indent="0">
              <a:buNone/>
              <a:defRPr sz="1574"/>
            </a:lvl7pPr>
            <a:lvl8pPr marL="5039789" indent="0">
              <a:buNone/>
              <a:defRPr sz="1574"/>
            </a:lvl8pPr>
            <a:lvl9pPr marL="5759758" indent="0">
              <a:buNone/>
              <a:defRPr sz="15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3A43F-43CC-4979-8D32-E5ADDA61DC9E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1AEB-EE89-475B-8064-92821CF8FE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5987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5"/>
            <a:ext cx="4644445" cy="2519944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554969"/>
            <a:ext cx="7290108" cy="767483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70" indent="0">
              <a:buNone/>
              <a:defRPr sz="4409"/>
            </a:lvl2pPr>
            <a:lvl3pPr marL="1439940" indent="0">
              <a:buNone/>
              <a:defRPr sz="3780"/>
            </a:lvl3pPr>
            <a:lvl4pPr marL="2159910" indent="0">
              <a:buNone/>
              <a:defRPr sz="3150"/>
            </a:lvl4pPr>
            <a:lvl5pPr marL="2879879" indent="0">
              <a:buNone/>
              <a:defRPr sz="3150"/>
            </a:lvl5pPr>
            <a:lvl6pPr marL="3599849" indent="0">
              <a:buNone/>
              <a:defRPr sz="3150"/>
            </a:lvl6pPr>
            <a:lvl7pPr marL="4319819" indent="0">
              <a:buNone/>
              <a:defRPr sz="3150"/>
            </a:lvl7pPr>
            <a:lvl8pPr marL="5039789" indent="0">
              <a:buNone/>
              <a:defRPr sz="3150"/>
            </a:lvl8pPr>
            <a:lvl9pPr marL="5759758" indent="0">
              <a:buNone/>
              <a:defRPr sz="31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30"/>
            <a:ext cx="4644445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70" indent="0">
              <a:buNone/>
              <a:defRPr sz="2204"/>
            </a:lvl2pPr>
            <a:lvl3pPr marL="1439940" indent="0">
              <a:buNone/>
              <a:defRPr sz="1890"/>
            </a:lvl3pPr>
            <a:lvl4pPr marL="2159910" indent="0">
              <a:buNone/>
              <a:defRPr sz="1574"/>
            </a:lvl4pPr>
            <a:lvl5pPr marL="2879879" indent="0">
              <a:buNone/>
              <a:defRPr sz="1574"/>
            </a:lvl5pPr>
            <a:lvl6pPr marL="3599849" indent="0">
              <a:buNone/>
              <a:defRPr sz="1574"/>
            </a:lvl6pPr>
            <a:lvl7pPr marL="4319819" indent="0">
              <a:buNone/>
              <a:defRPr sz="1574"/>
            </a:lvl7pPr>
            <a:lvl8pPr marL="5039789" indent="0">
              <a:buNone/>
              <a:defRPr sz="1574"/>
            </a:lvl8pPr>
            <a:lvl9pPr marL="5759758" indent="0">
              <a:buNone/>
              <a:defRPr sz="15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3A43F-43CC-4979-8D32-E5ADDA61DC9E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1AEB-EE89-475B-8064-92821CF8FE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4572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3A43F-43CC-4979-8D32-E5ADDA61DC9E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1AEB-EE89-475B-8064-92821CF8FE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5156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574988"/>
            <a:ext cx="3105045" cy="9152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6" y="574988"/>
            <a:ext cx="9135135" cy="91523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3A43F-43CC-4979-8D32-E5ADDA61DC9E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1AEB-EE89-475B-8064-92821CF8FE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0058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574992"/>
            <a:ext cx="12420184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874937"/>
            <a:ext cx="12420184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6" y="10009784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3A43F-43CC-4979-8D32-E5ADDA61DC9E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0009784"/>
            <a:ext cx="4860072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0009784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731AEB-EE89-475B-8064-92821CF8FE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8896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39940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84" indent="-359984" algn="l" defTabSz="1439940" rtl="0" eaLnBrk="1" latinLnBrk="0" hangingPunct="1">
        <a:lnSpc>
          <a:spcPct val="90000"/>
        </a:lnSpc>
        <a:spcBef>
          <a:spcPts val="1574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54" indent="-359984" algn="l" defTabSz="1439940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24" indent="-359984" algn="l" defTabSz="1439940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894" indent="-359984" algn="l" defTabSz="1439940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4" kern="1200">
          <a:solidFill>
            <a:schemeClr val="tx1"/>
          </a:solidFill>
          <a:latin typeface="+mn-lt"/>
          <a:ea typeface="+mn-ea"/>
          <a:cs typeface="+mn-cs"/>
        </a:defRPr>
      </a:lvl4pPr>
      <a:lvl5pPr marL="3239864" indent="-359984" algn="l" defTabSz="1439940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4" kern="1200">
          <a:solidFill>
            <a:schemeClr val="tx1"/>
          </a:solidFill>
          <a:latin typeface="+mn-lt"/>
          <a:ea typeface="+mn-ea"/>
          <a:cs typeface="+mn-cs"/>
        </a:defRPr>
      </a:lvl5pPr>
      <a:lvl6pPr marL="3959833" indent="-359984" algn="l" defTabSz="1439940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4" kern="1200">
          <a:solidFill>
            <a:schemeClr val="tx1"/>
          </a:solidFill>
          <a:latin typeface="+mn-lt"/>
          <a:ea typeface="+mn-ea"/>
          <a:cs typeface="+mn-cs"/>
        </a:defRPr>
      </a:lvl6pPr>
      <a:lvl7pPr marL="4679804" indent="-359984" algn="l" defTabSz="1439940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4" kern="1200">
          <a:solidFill>
            <a:schemeClr val="tx1"/>
          </a:solidFill>
          <a:latin typeface="+mn-lt"/>
          <a:ea typeface="+mn-ea"/>
          <a:cs typeface="+mn-cs"/>
        </a:defRPr>
      </a:lvl7pPr>
      <a:lvl8pPr marL="5399773" indent="-359984" algn="l" defTabSz="1439940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4" kern="1200">
          <a:solidFill>
            <a:schemeClr val="tx1"/>
          </a:solidFill>
          <a:latin typeface="+mn-lt"/>
          <a:ea typeface="+mn-ea"/>
          <a:cs typeface="+mn-cs"/>
        </a:defRPr>
      </a:lvl8pPr>
      <a:lvl9pPr marL="6119743" indent="-359984" algn="l" defTabSz="1439940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40" rtl="0" eaLnBrk="1" latinLnBrk="0" hangingPunct="1">
        <a:defRPr sz="2834" kern="1200">
          <a:solidFill>
            <a:schemeClr val="tx1"/>
          </a:solidFill>
          <a:latin typeface="+mn-lt"/>
          <a:ea typeface="+mn-ea"/>
          <a:cs typeface="+mn-cs"/>
        </a:defRPr>
      </a:lvl1pPr>
      <a:lvl2pPr marL="719970" algn="l" defTabSz="1439940" rtl="0" eaLnBrk="1" latinLnBrk="0" hangingPunct="1">
        <a:defRPr sz="2834" kern="1200">
          <a:solidFill>
            <a:schemeClr val="tx1"/>
          </a:solidFill>
          <a:latin typeface="+mn-lt"/>
          <a:ea typeface="+mn-ea"/>
          <a:cs typeface="+mn-cs"/>
        </a:defRPr>
      </a:lvl2pPr>
      <a:lvl3pPr marL="1439940" algn="l" defTabSz="1439940" rtl="0" eaLnBrk="1" latinLnBrk="0" hangingPunct="1">
        <a:defRPr sz="2834" kern="1200">
          <a:solidFill>
            <a:schemeClr val="tx1"/>
          </a:solidFill>
          <a:latin typeface="+mn-lt"/>
          <a:ea typeface="+mn-ea"/>
          <a:cs typeface="+mn-cs"/>
        </a:defRPr>
      </a:lvl3pPr>
      <a:lvl4pPr marL="2159910" algn="l" defTabSz="1439940" rtl="0" eaLnBrk="1" latinLnBrk="0" hangingPunct="1">
        <a:defRPr sz="2834" kern="1200">
          <a:solidFill>
            <a:schemeClr val="tx1"/>
          </a:solidFill>
          <a:latin typeface="+mn-lt"/>
          <a:ea typeface="+mn-ea"/>
          <a:cs typeface="+mn-cs"/>
        </a:defRPr>
      </a:lvl4pPr>
      <a:lvl5pPr marL="2879879" algn="l" defTabSz="1439940" rtl="0" eaLnBrk="1" latinLnBrk="0" hangingPunct="1">
        <a:defRPr sz="2834" kern="1200">
          <a:solidFill>
            <a:schemeClr val="tx1"/>
          </a:solidFill>
          <a:latin typeface="+mn-lt"/>
          <a:ea typeface="+mn-ea"/>
          <a:cs typeface="+mn-cs"/>
        </a:defRPr>
      </a:lvl5pPr>
      <a:lvl6pPr marL="3599849" algn="l" defTabSz="1439940" rtl="0" eaLnBrk="1" latinLnBrk="0" hangingPunct="1">
        <a:defRPr sz="2834" kern="1200">
          <a:solidFill>
            <a:schemeClr val="tx1"/>
          </a:solidFill>
          <a:latin typeface="+mn-lt"/>
          <a:ea typeface="+mn-ea"/>
          <a:cs typeface="+mn-cs"/>
        </a:defRPr>
      </a:lvl6pPr>
      <a:lvl7pPr marL="4319819" algn="l" defTabSz="1439940" rtl="0" eaLnBrk="1" latinLnBrk="0" hangingPunct="1">
        <a:defRPr sz="2834" kern="1200">
          <a:solidFill>
            <a:schemeClr val="tx1"/>
          </a:solidFill>
          <a:latin typeface="+mn-lt"/>
          <a:ea typeface="+mn-ea"/>
          <a:cs typeface="+mn-cs"/>
        </a:defRPr>
      </a:lvl7pPr>
      <a:lvl8pPr marL="5039789" algn="l" defTabSz="1439940" rtl="0" eaLnBrk="1" latinLnBrk="0" hangingPunct="1">
        <a:defRPr sz="2834" kern="1200">
          <a:solidFill>
            <a:schemeClr val="tx1"/>
          </a:solidFill>
          <a:latin typeface="+mn-lt"/>
          <a:ea typeface="+mn-ea"/>
          <a:cs typeface="+mn-cs"/>
        </a:defRPr>
      </a:lvl8pPr>
      <a:lvl9pPr marL="5759758" algn="l" defTabSz="1439940" rtl="0" eaLnBrk="1" latinLnBrk="0" hangingPunct="1">
        <a:defRPr sz="28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C0DAAB-2EF4-98CC-08E2-A1B417234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" r="1413" b="1"/>
          <a:stretch>
            <a:fillRect/>
          </a:stretch>
        </p:blipFill>
        <p:spPr>
          <a:xfrm>
            <a:off x="1975090" y="2461900"/>
            <a:ext cx="10450049" cy="5877064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65FE92F4-14C3-3F52-447F-00F7FC710145}"/>
              </a:ext>
            </a:extLst>
          </p:cNvPr>
          <p:cNvSpPr/>
          <p:nvPr/>
        </p:nvSpPr>
        <p:spPr>
          <a:xfrm>
            <a:off x="11795125" y="2682947"/>
            <a:ext cx="1396993" cy="24446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7C4B64-4A06-A5F3-9473-640490B95895}"/>
              </a:ext>
            </a:extLst>
          </p:cNvPr>
          <p:cNvSpPr>
            <a:spLocks/>
          </p:cNvSpPr>
          <p:nvPr/>
        </p:nvSpPr>
        <p:spPr>
          <a:xfrm>
            <a:off x="1979142" y="6234804"/>
            <a:ext cx="1108240" cy="5341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543"/>
              <a:t>Rb-Lampe</a:t>
            </a:r>
            <a:endParaRPr lang="de-DE" sz="154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AEA96A-00AF-4D13-1087-FA9B06937F52}"/>
              </a:ext>
            </a:extLst>
          </p:cNvPr>
          <p:cNvSpPr>
            <a:spLocks/>
          </p:cNvSpPr>
          <p:nvPr/>
        </p:nvSpPr>
        <p:spPr>
          <a:xfrm>
            <a:off x="5514452" y="2595589"/>
            <a:ext cx="4088505" cy="17472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543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2CCD27-1512-5544-7216-C5C2D55B8D33}"/>
              </a:ext>
            </a:extLst>
          </p:cNvPr>
          <p:cNvSpPr>
            <a:spLocks/>
          </p:cNvSpPr>
          <p:nvPr/>
        </p:nvSpPr>
        <p:spPr>
          <a:xfrm>
            <a:off x="4474795" y="2770311"/>
            <a:ext cx="1244331" cy="808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543"/>
              <a:t>Linearpolari-</a:t>
            </a:r>
            <a:r>
              <a:rPr lang="en-GB" sz="1543" err="1"/>
              <a:t>sator</a:t>
            </a:r>
            <a:endParaRPr lang="de-DE" sz="1543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14573F-FC5C-A728-349E-0BB6696F3F3F}"/>
              </a:ext>
            </a:extLst>
          </p:cNvPr>
          <p:cNvSpPr>
            <a:spLocks/>
          </p:cNvSpPr>
          <p:nvPr/>
        </p:nvSpPr>
        <p:spPr>
          <a:xfrm>
            <a:off x="6897256" y="7510904"/>
            <a:ext cx="2051740" cy="6327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543"/>
              <a:t>Helmholtzspulen</a:t>
            </a:r>
            <a:endParaRPr lang="de-DE" sz="1543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2AB8F9-E617-E13E-E5BD-E7319D1EA746}"/>
              </a:ext>
            </a:extLst>
          </p:cNvPr>
          <p:cNvSpPr>
            <a:spLocks/>
          </p:cNvSpPr>
          <p:nvPr/>
        </p:nvSpPr>
        <p:spPr>
          <a:xfrm>
            <a:off x="7154346" y="2682947"/>
            <a:ext cx="1537557" cy="6327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543"/>
              <a:t>Hochfrequenz-spulen</a:t>
            </a:r>
            <a:endParaRPr lang="de-DE" sz="1543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7D7CB5-C028-5179-29DD-9C26A53EF9BA}"/>
              </a:ext>
            </a:extLst>
          </p:cNvPr>
          <p:cNvSpPr>
            <a:spLocks/>
          </p:cNvSpPr>
          <p:nvPr/>
        </p:nvSpPr>
        <p:spPr>
          <a:xfrm>
            <a:off x="10591387" y="5940276"/>
            <a:ext cx="1417749" cy="8935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543"/>
              <a:t>Silizium-Photodetektor</a:t>
            </a:r>
            <a:endParaRPr lang="de-DE" sz="1543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E9F8A1C-813E-777D-3A96-62751D9B5661}"/>
              </a:ext>
            </a:extLst>
          </p:cNvPr>
          <p:cNvSpPr>
            <a:spLocks/>
          </p:cNvSpPr>
          <p:nvPr/>
        </p:nvSpPr>
        <p:spPr>
          <a:xfrm>
            <a:off x="9459555" y="7155842"/>
            <a:ext cx="843658" cy="5341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543"/>
              <a:t>Linse</a:t>
            </a:r>
            <a:endParaRPr lang="de-DE" sz="1543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3A0269E-7ABE-3707-BC2D-6B42B8805C96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533262" y="4822050"/>
            <a:ext cx="0" cy="141275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04B4BD6A-6B53-1BEB-0EA4-2A8D07BDC75F}"/>
              </a:ext>
            </a:extLst>
          </p:cNvPr>
          <p:cNvSpPr>
            <a:spLocks/>
          </p:cNvSpPr>
          <p:nvPr/>
        </p:nvSpPr>
        <p:spPr>
          <a:xfrm>
            <a:off x="3536107" y="6207349"/>
            <a:ext cx="580566" cy="626505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543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5E63C1A-A1AB-BFCB-CECE-D46182977A05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750113" y="5441068"/>
            <a:ext cx="0" cy="23213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7F9C56A7-99A7-F7EF-6933-B5B87B9B3FD4}"/>
              </a:ext>
            </a:extLst>
          </p:cNvPr>
          <p:cNvSpPr>
            <a:spLocks/>
          </p:cNvSpPr>
          <p:nvPr/>
        </p:nvSpPr>
        <p:spPr>
          <a:xfrm>
            <a:off x="3328284" y="5673196"/>
            <a:ext cx="843658" cy="5341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543"/>
              <a:t>Linse</a:t>
            </a:r>
            <a:endParaRPr lang="de-DE" sz="1543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097AA04-7DB4-20D6-CBF4-A85592782801}"/>
              </a:ext>
            </a:extLst>
          </p:cNvPr>
          <p:cNvSpPr>
            <a:spLocks/>
          </p:cNvSpPr>
          <p:nvPr/>
        </p:nvSpPr>
        <p:spPr>
          <a:xfrm>
            <a:off x="4640351" y="5528428"/>
            <a:ext cx="1440242" cy="24211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43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DCAAF9-3F3D-FB21-C36B-471EF502FFDA}"/>
              </a:ext>
            </a:extLst>
          </p:cNvPr>
          <p:cNvSpPr>
            <a:spLocks/>
          </p:cNvSpPr>
          <p:nvPr/>
        </p:nvSpPr>
        <p:spPr>
          <a:xfrm>
            <a:off x="3797358" y="7008578"/>
            <a:ext cx="1158161" cy="7837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543"/>
              <a:t>Interferenz-filter</a:t>
            </a:r>
            <a:endParaRPr lang="de-DE" sz="1543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A23558-66C1-68BB-F90A-AF5B0CB01EAA}"/>
              </a:ext>
            </a:extLst>
          </p:cNvPr>
          <p:cNvSpPr>
            <a:spLocks/>
          </p:cNvSpPr>
          <p:nvPr/>
        </p:nvSpPr>
        <p:spPr>
          <a:xfrm>
            <a:off x="5514451" y="7275651"/>
            <a:ext cx="843658" cy="5341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543"/>
              <a:t>Linse</a:t>
            </a:r>
            <a:endParaRPr lang="de-DE" sz="1543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60F20F-17AD-B9E7-AAA1-270E9B6EABF0}"/>
              </a:ext>
            </a:extLst>
          </p:cNvPr>
          <p:cNvSpPr>
            <a:spLocks/>
          </p:cNvSpPr>
          <p:nvPr/>
        </p:nvSpPr>
        <p:spPr>
          <a:xfrm>
            <a:off x="5119517" y="6309063"/>
            <a:ext cx="662101" cy="7837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543"/>
              <a:t>λ</a:t>
            </a:r>
            <a:r>
              <a:rPr lang="en-GB" sz="1543"/>
              <a:t>/4-Plätt-chen</a:t>
            </a:r>
            <a:endParaRPr lang="de-DE" sz="1543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BF0E2C5-68B9-FAB6-399F-89B7E8985A53}"/>
              </a:ext>
            </a:extLst>
          </p:cNvPr>
          <p:cNvCxnSpPr>
            <a:cxnSpLocks/>
          </p:cNvCxnSpPr>
          <p:nvPr/>
        </p:nvCxnSpPr>
        <p:spPr>
          <a:xfrm>
            <a:off x="4730695" y="5507834"/>
            <a:ext cx="0" cy="147453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1B9F22F-BE15-F802-9548-4DADF09350A3}"/>
              </a:ext>
            </a:extLst>
          </p:cNvPr>
          <p:cNvCxnSpPr>
            <a:cxnSpLocks/>
          </p:cNvCxnSpPr>
          <p:nvPr/>
        </p:nvCxnSpPr>
        <p:spPr>
          <a:xfrm>
            <a:off x="5096960" y="3579026"/>
            <a:ext cx="0" cy="32448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5201A50-3021-A506-A566-83485938CB30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5450567" y="5507836"/>
            <a:ext cx="1" cy="801228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4AC29CD-D708-3F6C-D5A2-B278A05C7E19}"/>
              </a:ext>
            </a:extLst>
          </p:cNvPr>
          <p:cNvCxnSpPr>
            <a:cxnSpLocks/>
          </p:cNvCxnSpPr>
          <p:nvPr/>
        </p:nvCxnSpPr>
        <p:spPr>
          <a:xfrm>
            <a:off x="5899672" y="5470083"/>
            <a:ext cx="0" cy="180556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153EE57-6D65-F1F1-A16E-FD330A515B1C}"/>
              </a:ext>
            </a:extLst>
          </p:cNvPr>
          <p:cNvCxnSpPr>
            <a:cxnSpLocks/>
          </p:cNvCxnSpPr>
          <p:nvPr/>
        </p:nvCxnSpPr>
        <p:spPr>
          <a:xfrm>
            <a:off x="7886517" y="5171182"/>
            <a:ext cx="0" cy="64837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41B39D5-D7AE-2C5A-A5C2-CEC8E6E7F0E5}"/>
              </a:ext>
            </a:extLst>
          </p:cNvPr>
          <p:cNvCxnSpPr>
            <a:cxnSpLocks/>
          </p:cNvCxnSpPr>
          <p:nvPr/>
        </p:nvCxnSpPr>
        <p:spPr>
          <a:xfrm>
            <a:off x="8050424" y="4856995"/>
            <a:ext cx="224168" cy="9360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E9FF5E5-F977-6D5F-A3F6-947EEEEFCDFF}"/>
              </a:ext>
            </a:extLst>
          </p:cNvPr>
          <p:cNvCxnSpPr>
            <a:cxnSpLocks/>
          </p:cNvCxnSpPr>
          <p:nvPr/>
        </p:nvCxnSpPr>
        <p:spPr>
          <a:xfrm>
            <a:off x="9923279" y="5441066"/>
            <a:ext cx="0" cy="171477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C479DB4-1FE6-856B-B9DA-AB78DD0D5F2A}"/>
              </a:ext>
            </a:extLst>
          </p:cNvPr>
          <p:cNvCxnSpPr>
            <a:cxnSpLocks/>
          </p:cNvCxnSpPr>
          <p:nvPr/>
        </p:nvCxnSpPr>
        <p:spPr>
          <a:xfrm flipH="1">
            <a:off x="11629738" y="5326249"/>
            <a:ext cx="863626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C420DEE3-FECA-AC36-0D1D-62C9C8BA193C}"/>
              </a:ext>
            </a:extLst>
          </p:cNvPr>
          <p:cNvCxnSpPr>
            <a:cxnSpLocks/>
          </p:cNvCxnSpPr>
          <p:nvPr/>
        </p:nvCxnSpPr>
        <p:spPr>
          <a:xfrm>
            <a:off x="6564810" y="2125941"/>
            <a:ext cx="0" cy="67242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B0EF43DF-571E-8430-2414-F2F48756B6A3}"/>
              </a:ext>
            </a:extLst>
          </p:cNvPr>
          <p:cNvCxnSpPr>
            <a:cxnSpLocks/>
          </p:cNvCxnSpPr>
          <p:nvPr/>
        </p:nvCxnSpPr>
        <p:spPr>
          <a:xfrm>
            <a:off x="9280340" y="2126848"/>
            <a:ext cx="0" cy="67826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C4FFE2E-7B9C-14B0-9C5E-90C179E1179C}"/>
              </a:ext>
            </a:extLst>
          </p:cNvPr>
          <p:cNvSpPr>
            <a:spLocks/>
          </p:cNvSpPr>
          <p:nvPr/>
        </p:nvSpPr>
        <p:spPr>
          <a:xfrm>
            <a:off x="7600128" y="6143625"/>
            <a:ext cx="977137" cy="3654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43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CDA7174-9A37-777F-524F-C771BCE10E75}"/>
              </a:ext>
            </a:extLst>
          </p:cNvPr>
          <p:cNvSpPr>
            <a:spLocks/>
          </p:cNvSpPr>
          <p:nvPr/>
        </p:nvSpPr>
        <p:spPr>
          <a:xfrm>
            <a:off x="7200106" y="6417638"/>
            <a:ext cx="1297938" cy="5865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543"/>
              <a:t>Absorptions-zelle</a:t>
            </a:r>
            <a:endParaRPr lang="de-DE" sz="1543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86250F-1CB2-7AAF-27C8-F5D053D2B09D}"/>
              </a:ext>
            </a:extLst>
          </p:cNvPr>
          <p:cNvSpPr>
            <a:spLocks/>
          </p:cNvSpPr>
          <p:nvPr/>
        </p:nvSpPr>
        <p:spPr>
          <a:xfrm>
            <a:off x="6909735" y="5819553"/>
            <a:ext cx="1297938" cy="5066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543"/>
              <a:t>Absorptions-kammer</a:t>
            </a:r>
            <a:endParaRPr lang="de-DE" sz="1543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2E2B1A0-531A-51C1-EB58-BBB455716CE1}"/>
              </a:ext>
            </a:extLst>
          </p:cNvPr>
          <p:cNvCxnSpPr>
            <a:cxnSpLocks/>
          </p:cNvCxnSpPr>
          <p:nvPr/>
        </p:nvCxnSpPr>
        <p:spPr>
          <a:xfrm>
            <a:off x="8275896" y="4950595"/>
            <a:ext cx="0" cy="146704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8" name="Straight Connector 1037">
            <a:extLst>
              <a:ext uri="{FF2B5EF4-FFF2-40B4-BE49-F238E27FC236}">
                <a16:creationId xmlns:a16="http://schemas.microsoft.com/office/drawing/2014/main" id="{2EE4022F-7D95-DCEA-A855-A46E22C201BA}"/>
              </a:ext>
            </a:extLst>
          </p:cNvPr>
          <p:cNvCxnSpPr>
            <a:cxnSpLocks/>
          </p:cNvCxnSpPr>
          <p:nvPr/>
        </p:nvCxnSpPr>
        <p:spPr>
          <a:xfrm flipH="1">
            <a:off x="6564810" y="2146904"/>
            <a:ext cx="271553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9053A82-7678-CFB8-DD7B-7D4138B67B38}"/>
              </a:ext>
            </a:extLst>
          </p:cNvPr>
          <p:cNvCxnSpPr>
            <a:cxnSpLocks/>
            <a:endCxn id="45" idx="2"/>
          </p:cNvCxnSpPr>
          <p:nvPr/>
        </p:nvCxnSpPr>
        <p:spPr>
          <a:xfrm flipV="1">
            <a:off x="9280340" y="2143046"/>
            <a:ext cx="3463058" cy="3857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4" name="Isosceles Triangle 1033">
            <a:extLst>
              <a:ext uri="{FF2B5EF4-FFF2-40B4-BE49-F238E27FC236}">
                <a16:creationId xmlns:a16="http://schemas.microsoft.com/office/drawing/2014/main" id="{4AB8D5BC-E9FB-9624-A74B-8815CCABF3F8}"/>
              </a:ext>
            </a:extLst>
          </p:cNvPr>
          <p:cNvSpPr>
            <a:spLocks/>
          </p:cNvSpPr>
          <p:nvPr/>
        </p:nvSpPr>
        <p:spPr>
          <a:xfrm rot="16200000">
            <a:off x="9710928" y="1886783"/>
            <a:ext cx="556461" cy="520241"/>
          </a:xfrm>
          <a:prstGeom prst="triangl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543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FAC6D2-4AE8-3109-EB75-09331293D8EE}"/>
              </a:ext>
            </a:extLst>
          </p:cNvPr>
          <p:cNvCxnSpPr>
            <a:cxnSpLocks/>
            <a:stCxn id="45" idx="6"/>
          </p:cNvCxnSpPr>
          <p:nvPr/>
        </p:nvCxnSpPr>
        <p:spPr>
          <a:xfrm>
            <a:off x="13592405" y="2143046"/>
            <a:ext cx="378865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54A1DFE-238E-79AD-57CE-BBFC9E9669A1}"/>
              </a:ext>
            </a:extLst>
          </p:cNvPr>
          <p:cNvCxnSpPr/>
          <p:nvPr/>
        </p:nvCxnSpPr>
        <p:spPr>
          <a:xfrm>
            <a:off x="13975080" y="2123999"/>
            <a:ext cx="0" cy="183078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25DA83B-2EEE-50A9-8C6C-65083677B224}"/>
              </a:ext>
            </a:extLst>
          </p:cNvPr>
          <p:cNvCxnSpPr>
            <a:cxnSpLocks/>
          </p:cNvCxnSpPr>
          <p:nvPr/>
        </p:nvCxnSpPr>
        <p:spPr>
          <a:xfrm>
            <a:off x="13741719" y="3984625"/>
            <a:ext cx="485140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5886289-CCD6-FA46-402B-A943AFDE208F}"/>
              </a:ext>
            </a:extLst>
          </p:cNvPr>
          <p:cNvSpPr/>
          <p:nvPr/>
        </p:nvSpPr>
        <p:spPr>
          <a:xfrm>
            <a:off x="12743398" y="1731990"/>
            <a:ext cx="849007" cy="822111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5C7C253-934E-86C8-088E-C5DEC114EA98}"/>
              </a:ext>
            </a:extLst>
          </p:cNvPr>
          <p:cNvSpPr/>
          <p:nvPr/>
        </p:nvSpPr>
        <p:spPr>
          <a:xfrm>
            <a:off x="12825760" y="1954073"/>
            <a:ext cx="660400" cy="377943"/>
          </a:xfrm>
          <a:custGeom>
            <a:avLst/>
            <a:gdLst>
              <a:gd name="csX0" fmla="*/ 0 w 660400"/>
              <a:gd name="csY0" fmla="*/ 352498 h 377943"/>
              <a:gd name="csX1" fmla="*/ 200025 w 660400"/>
              <a:gd name="csY1" fmla="*/ 73 h 377943"/>
              <a:gd name="csX2" fmla="*/ 466725 w 660400"/>
              <a:gd name="csY2" fmla="*/ 377898 h 377943"/>
              <a:gd name="csX3" fmla="*/ 660400 w 660400"/>
              <a:gd name="csY3" fmla="*/ 25473 h 3779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60400" h="377943">
                <a:moveTo>
                  <a:pt x="0" y="352498"/>
                </a:moveTo>
                <a:cubicBezTo>
                  <a:pt x="61119" y="174169"/>
                  <a:pt x="122238" y="-4160"/>
                  <a:pt x="200025" y="73"/>
                </a:cubicBezTo>
                <a:cubicBezTo>
                  <a:pt x="277812" y="4306"/>
                  <a:pt x="389996" y="373665"/>
                  <a:pt x="466725" y="377898"/>
                </a:cubicBezTo>
                <a:cubicBezTo>
                  <a:pt x="543454" y="382131"/>
                  <a:pt x="608542" y="88444"/>
                  <a:pt x="660400" y="2547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6F9D3F1-763C-BC12-46D8-33A611A6BF18}"/>
              </a:ext>
            </a:extLst>
          </p:cNvPr>
          <p:cNvCxnSpPr>
            <a:cxnSpLocks/>
          </p:cNvCxnSpPr>
          <p:nvPr/>
        </p:nvCxnSpPr>
        <p:spPr>
          <a:xfrm flipH="1">
            <a:off x="11631128" y="3874389"/>
            <a:ext cx="881285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A1404B32-4A7D-C083-7F52-E1F0FE36A7CC}"/>
              </a:ext>
            </a:extLst>
          </p:cNvPr>
          <p:cNvGrpSpPr/>
          <p:nvPr/>
        </p:nvGrpSpPr>
        <p:grpSpPr>
          <a:xfrm>
            <a:off x="12068405" y="2787140"/>
            <a:ext cx="849917" cy="820253"/>
            <a:chOff x="9507813" y="1175206"/>
            <a:chExt cx="849917" cy="820253"/>
          </a:xfrm>
        </p:grpSpPr>
        <p:sp>
          <p:nvSpPr>
            <p:cNvPr id="1044" name="Oval 1043">
              <a:extLst>
                <a:ext uri="{FF2B5EF4-FFF2-40B4-BE49-F238E27FC236}">
                  <a16:creationId xmlns:a16="http://schemas.microsoft.com/office/drawing/2014/main" id="{3CC806F6-4699-36DF-60AA-EF3FFCFBDB52}"/>
                </a:ext>
              </a:extLst>
            </p:cNvPr>
            <p:cNvSpPr>
              <a:spLocks/>
            </p:cNvSpPr>
            <p:nvPr/>
          </p:nvSpPr>
          <p:spPr>
            <a:xfrm>
              <a:off x="9507813" y="1175206"/>
              <a:ext cx="849917" cy="820253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543"/>
                <a:t>CH1</a:t>
              </a:r>
              <a:endParaRPr lang="de-DE" sz="1543"/>
            </a:p>
          </p:txBody>
        </p:sp>
        <p:cxnSp>
          <p:nvCxnSpPr>
            <p:cNvPr id="1045" name="Straight Connector 1044">
              <a:extLst>
                <a:ext uri="{FF2B5EF4-FFF2-40B4-BE49-F238E27FC236}">
                  <a16:creationId xmlns:a16="http://schemas.microsoft.com/office/drawing/2014/main" id="{EC15636A-6E94-48F8-8E3B-808AA82F4C42}"/>
                </a:ext>
              </a:extLst>
            </p:cNvPr>
            <p:cNvCxnSpPr>
              <a:cxnSpLocks/>
            </p:cNvCxnSpPr>
            <p:nvPr/>
          </p:nvCxnSpPr>
          <p:spPr>
            <a:xfrm>
              <a:off x="9775187" y="1360013"/>
              <a:ext cx="298442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46" name="Straight Connector 1045">
              <a:extLst>
                <a:ext uri="{FF2B5EF4-FFF2-40B4-BE49-F238E27FC236}">
                  <a16:creationId xmlns:a16="http://schemas.microsoft.com/office/drawing/2014/main" id="{3C469AFA-6CEA-2782-5C88-BF1B7659A34A}"/>
                </a:ext>
              </a:extLst>
            </p:cNvPr>
            <p:cNvCxnSpPr>
              <a:cxnSpLocks/>
            </p:cNvCxnSpPr>
            <p:nvPr/>
          </p:nvCxnSpPr>
          <p:spPr>
            <a:xfrm>
              <a:off x="9783550" y="1821101"/>
              <a:ext cx="298442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47" name="Straight Connector 1046">
              <a:extLst>
                <a:ext uri="{FF2B5EF4-FFF2-40B4-BE49-F238E27FC236}">
                  <a16:creationId xmlns:a16="http://schemas.microsoft.com/office/drawing/2014/main" id="{605EA3C5-A812-174F-A8E4-48F232E8A1B3}"/>
                </a:ext>
              </a:extLst>
            </p:cNvPr>
            <p:cNvCxnSpPr>
              <a:cxnSpLocks/>
            </p:cNvCxnSpPr>
            <p:nvPr/>
          </p:nvCxnSpPr>
          <p:spPr>
            <a:xfrm>
              <a:off x="9932771" y="1189512"/>
              <a:ext cx="0" cy="17050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" name="Straight Connector 1047">
              <a:extLst>
                <a:ext uri="{FF2B5EF4-FFF2-40B4-BE49-F238E27FC236}">
                  <a16:creationId xmlns:a16="http://schemas.microsoft.com/office/drawing/2014/main" id="{91090FCB-A846-88D4-0267-399A6874AF78}"/>
                </a:ext>
              </a:extLst>
            </p:cNvPr>
            <p:cNvCxnSpPr>
              <a:cxnSpLocks/>
            </p:cNvCxnSpPr>
            <p:nvPr/>
          </p:nvCxnSpPr>
          <p:spPr>
            <a:xfrm>
              <a:off x="9935057" y="1824958"/>
              <a:ext cx="0" cy="17050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758EB92-6159-8016-730F-1DEF0487CEFE}"/>
              </a:ext>
            </a:extLst>
          </p:cNvPr>
          <p:cNvCxnSpPr>
            <a:cxnSpLocks/>
          </p:cNvCxnSpPr>
          <p:nvPr/>
        </p:nvCxnSpPr>
        <p:spPr>
          <a:xfrm flipV="1">
            <a:off x="12489554" y="2143046"/>
            <a:ext cx="0" cy="64409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0DAB114-D73D-3075-073F-A21BEBFE7A4A}"/>
              </a:ext>
            </a:extLst>
          </p:cNvPr>
          <p:cNvCxnSpPr>
            <a:stCxn id="1044" idx="4"/>
          </p:cNvCxnSpPr>
          <p:nvPr/>
        </p:nvCxnSpPr>
        <p:spPr>
          <a:xfrm>
            <a:off x="12493364" y="3607393"/>
            <a:ext cx="2285" cy="134027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87EC00E-D7AA-31C7-7C24-9DEC496E1165}"/>
              </a:ext>
            </a:extLst>
          </p:cNvPr>
          <p:cNvCxnSpPr>
            <a:cxnSpLocks/>
          </p:cNvCxnSpPr>
          <p:nvPr/>
        </p:nvCxnSpPr>
        <p:spPr>
          <a:xfrm>
            <a:off x="12473392" y="3752850"/>
            <a:ext cx="1510897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D4D6312-FB04-3188-8E57-0E54C8CFD4F7}"/>
              </a:ext>
            </a:extLst>
          </p:cNvPr>
          <p:cNvGrpSpPr/>
          <p:nvPr/>
        </p:nvGrpSpPr>
        <p:grpSpPr>
          <a:xfrm>
            <a:off x="12068405" y="4171622"/>
            <a:ext cx="849917" cy="820253"/>
            <a:chOff x="9507813" y="1175206"/>
            <a:chExt cx="849917" cy="820253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D8BF7E61-80E9-8FD0-A7B2-DB9B4551AF70}"/>
                </a:ext>
              </a:extLst>
            </p:cNvPr>
            <p:cNvSpPr>
              <a:spLocks/>
            </p:cNvSpPr>
            <p:nvPr/>
          </p:nvSpPr>
          <p:spPr>
            <a:xfrm>
              <a:off x="9507813" y="1175206"/>
              <a:ext cx="849917" cy="820253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543"/>
                <a:t>CH2</a:t>
              </a:r>
              <a:endParaRPr lang="de-DE" sz="1543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85AE464-3B00-48AA-7DAA-BB8485EBB68C}"/>
                </a:ext>
              </a:extLst>
            </p:cNvPr>
            <p:cNvCxnSpPr>
              <a:cxnSpLocks/>
            </p:cNvCxnSpPr>
            <p:nvPr/>
          </p:nvCxnSpPr>
          <p:spPr>
            <a:xfrm>
              <a:off x="9775187" y="1360013"/>
              <a:ext cx="298442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7EBB3E9-2CB7-F04F-F4B3-1BF9AA42FA58}"/>
                </a:ext>
              </a:extLst>
            </p:cNvPr>
            <p:cNvCxnSpPr>
              <a:cxnSpLocks/>
            </p:cNvCxnSpPr>
            <p:nvPr/>
          </p:nvCxnSpPr>
          <p:spPr>
            <a:xfrm>
              <a:off x="9783550" y="1821101"/>
              <a:ext cx="298442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47011C6-F11E-5BC6-0379-0923050844C4}"/>
                </a:ext>
              </a:extLst>
            </p:cNvPr>
            <p:cNvCxnSpPr>
              <a:cxnSpLocks/>
            </p:cNvCxnSpPr>
            <p:nvPr/>
          </p:nvCxnSpPr>
          <p:spPr>
            <a:xfrm>
              <a:off x="9932771" y="1189512"/>
              <a:ext cx="0" cy="17050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A2D5D01-08AA-078D-7754-634CDB324F0A}"/>
                </a:ext>
              </a:extLst>
            </p:cNvPr>
            <p:cNvCxnSpPr>
              <a:cxnSpLocks/>
            </p:cNvCxnSpPr>
            <p:nvPr/>
          </p:nvCxnSpPr>
          <p:spPr>
            <a:xfrm>
              <a:off x="9935057" y="1824958"/>
              <a:ext cx="0" cy="17050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00C91DB-4D77-BABD-C4EF-0DC5DD3EDE6F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12493364" y="3878246"/>
            <a:ext cx="0" cy="29337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4C1664A-0ED5-F7E9-0A2D-D51FF7AB687E}"/>
              </a:ext>
            </a:extLst>
          </p:cNvPr>
          <p:cNvCxnSpPr>
            <a:cxnSpLocks/>
          </p:cNvCxnSpPr>
          <p:nvPr/>
        </p:nvCxnSpPr>
        <p:spPr>
          <a:xfrm>
            <a:off x="12493363" y="4985524"/>
            <a:ext cx="0" cy="36117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1881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16</Words>
  <Application>Microsoft Office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rohrbeck</dc:creator>
  <cp:lastModifiedBy>nicolas rohrbeck</cp:lastModifiedBy>
  <cp:revision>1</cp:revision>
  <dcterms:created xsi:type="dcterms:W3CDTF">2026-06-08T11:24:25Z</dcterms:created>
  <dcterms:modified xsi:type="dcterms:W3CDTF">2026-06-10T11:48:09Z</dcterms:modified>
</cp:coreProperties>
</file>